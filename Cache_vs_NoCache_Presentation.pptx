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312" r:id="rId84"/>
    <p:sldId id="313" r:id="rId85"/>
    <p:sldId id="314" r:id="rId86"/>
    <p:sldId id="315" r:id="rId87"/>
    <p:sldId id="316" r:id="rId88"/>
    <p:sldId id="317" r:id="rId89"/>
    <p:sldId id="318" r:id="rId90"/>
    <p:sldId id="319" r:id="rId91"/>
    <p:sldId id="320" r:id="rId92"/>
  </p:sldIdLst>
  <p:sldSz cy="5143500" cx="9144000"/>
  <p:notesSz cx="6858000" cy="9144000"/>
  <p:embeddedFontLst>
    <p:embeddedFont>
      <p:font typeface="Raleway"/>
      <p:regular r:id="rId63"/>
      <p:bold r:id="rId64"/>
      <p:italic r:id="rId65"/>
      <p:boldItalic r:id="rId66"/>
    </p:embeddedFont>
    <p:embeddedFont>
      <p:font typeface="Proxima Nova"/>
      <p:regular r:id="rId67"/>
      <p:bold r:id="rId68"/>
      <p:italic r:id="rId69"/>
      <p:boldItalic r:id="rId70"/>
    </p:embeddedFont>
    <p:embeddedFont>
      <p:font typeface="Roboto Medium"/>
      <p:regular r:id="rId71"/>
      <p:bold r:id="rId72"/>
      <p:italic r:id="rId73"/>
      <p:boldItalic r:id="rId74"/>
    </p:embeddedFont>
    <p:embeddedFont>
      <p:font typeface="Amatic SC"/>
      <p:regular r:id="rId75"/>
      <p:bold r:id="rId76"/>
    </p:embeddedFont>
    <p:embeddedFont>
      <p:font typeface="Anaheim"/>
      <p:regular r:id="rId77"/>
      <p:bold r:id="rId78"/>
    </p:embeddedFont>
    <p:embeddedFont>
      <p:font typeface="Bebas Neue"/>
      <p:regular r:id="rId79"/>
    </p:embeddedFont>
    <p:embeddedFont>
      <p:font typeface="PT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6B7373-EB2D-427D-8262-A9122A07EDC1}">
  <a:tblStyle styleId="{6A6B7373-EB2D-427D-8262-A9122A07ED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6257245-1DDA-42D1-AE52-81D0144DB7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3" Type="http://schemas.openxmlformats.org/officeDocument/2006/relationships/font" Target="fonts/Raleway-regular.fntdata"/><Relationship Id="rId64" Type="http://schemas.openxmlformats.org/officeDocument/2006/relationships/font" Target="fonts/Raleway-bold.fntdata"/><Relationship Id="rId65" Type="http://schemas.openxmlformats.org/officeDocument/2006/relationships/font" Target="fonts/Raleway-italic.fntdata"/><Relationship Id="rId66" Type="http://schemas.openxmlformats.org/officeDocument/2006/relationships/font" Target="fonts/Raleway-boldItalic.fntdata"/><Relationship Id="rId67" Type="http://schemas.openxmlformats.org/officeDocument/2006/relationships/font" Target="fonts/ProximaNova-regular.fntdata"/><Relationship Id="rId68" Type="http://schemas.openxmlformats.org/officeDocument/2006/relationships/font" Target="fonts/ProximaNova-bold.fntdata"/><Relationship Id="rId69" Type="http://schemas.openxmlformats.org/officeDocument/2006/relationships/font" Target="fonts/ProximaNova-italic.fntdata"/><Relationship Id="rId70" Type="http://schemas.openxmlformats.org/officeDocument/2006/relationships/font" Target="fonts/ProximaNova-boldItalic.fntdata"/><Relationship Id="rId71" Type="http://schemas.openxmlformats.org/officeDocument/2006/relationships/font" Target="fonts/RobotoMedium-regular.fntdata"/><Relationship Id="rId72" Type="http://schemas.openxmlformats.org/officeDocument/2006/relationships/font" Target="fonts/RobotoMedium-bold.fntdata"/><Relationship Id="rId73" Type="http://schemas.openxmlformats.org/officeDocument/2006/relationships/font" Target="fonts/RobotoMedium-italic.fntdata"/><Relationship Id="rId74" Type="http://schemas.openxmlformats.org/officeDocument/2006/relationships/font" Target="fonts/RobotoMedium-boldItalic.fntdata"/><Relationship Id="rId75" Type="http://schemas.openxmlformats.org/officeDocument/2006/relationships/font" Target="fonts/AmaticSC-regular.fntdata"/><Relationship Id="rId76" Type="http://schemas.openxmlformats.org/officeDocument/2006/relationships/font" Target="fonts/AmaticSC-bold.fntdata"/><Relationship Id="rId77" Type="http://schemas.openxmlformats.org/officeDocument/2006/relationships/font" Target="fonts/Anaheim-regular.fntdata"/><Relationship Id="rId78" Type="http://schemas.openxmlformats.org/officeDocument/2006/relationships/font" Target="fonts/Anaheim-bold.fntdata"/><Relationship Id="rId79" Type="http://schemas.openxmlformats.org/officeDocument/2006/relationships/font" Target="fonts/BebasNeue-regular.fntdata"/><Relationship Id="rId80" Type="http://schemas.openxmlformats.org/officeDocument/2006/relationships/font" Target="fonts/PTSans-regular.fntdata"/><Relationship Id="rId81" Type="http://schemas.openxmlformats.org/officeDocument/2006/relationships/font" Target="fonts/PTSans-bold.fntdata"/><Relationship Id="rId82" Type="http://schemas.openxmlformats.org/officeDocument/2006/relationships/font" Target="fonts/PTSans-italic.fntdata"/><Relationship Id="rId83" Type="http://schemas.openxmlformats.org/officeDocument/2006/relationships/font" Target="fonts/PTSans-boldItalic.fntdata"/><Relationship Id="rId84" Type="http://schemas.openxmlformats.org/officeDocument/2006/relationships/slide" Target="slides/slide1.xml"/><Relationship Id="rId85" Type="http://schemas.openxmlformats.org/officeDocument/2006/relationships/slide" Target="slides/slide2.xml"/><Relationship Id="rId86" Type="http://schemas.openxmlformats.org/officeDocument/2006/relationships/slide" Target="slides/slide3.xml"/><Relationship Id="rId87" Type="http://schemas.openxmlformats.org/officeDocument/2006/relationships/slide" Target="slides/slide4.xml"/><Relationship Id="rId88" Type="http://schemas.openxmlformats.org/officeDocument/2006/relationships/slide" Target="slides/slide5.xml"/><Relationship Id="rId89" Type="http://schemas.openxmlformats.org/officeDocument/2006/relationships/slide" Target="slides/slide6.xml"/><Relationship Id="rId90" Type="http://schemas.openxmlformats.org/officeDocument/2006/relationships/slide" Target="slides/slide7.xml"/><Relationship Id="rId91" Type="http://schemas.openxmlformats.org/officeDocument/2006/relationships/slide" Target="slides/slide8.xml"/><Relationship Id="rId9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25775" y="1151100"/>
            <a:ext cx="5074500" cy="233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787463"/>
            <a:ext cx="4528800" cy="47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3F5294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5400000">
            <a:off x="1139457" y="3477126"/>
            <a:ext cx="475806" cy="2436660"/>
            <a:chOff x="-1582400" y="253375"/>
            <a:chExt cx="217750" cy="1115125"/>
          </a:xfrm>
        </p:grpSpPr>
        <p:sp>
          <p:nvSpPr>
            <p:cNvPr id="12" name="Google Shape;12;p2"/>
            <p:cNvSpPr/>
            <p:nvPr/>
          </p:nvSpPr>
          <p:spPr>
            <a:xfrm>
              <a:off x="-158240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53255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48167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43182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383000" y="2533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58240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53255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148167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43182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1383000" y="2991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58240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3255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148167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43182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383000" y="3449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58240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30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53255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148167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30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143182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383000" y="3897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30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158240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29"/>
                    <a:pt x="163" y="692"/>
                    <a:pt x="367" y="692"/>
                  </a:cubicBezTo>
                  <a:cubicBezTo>
                    <a:pt x="570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53255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48167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29"/>
                    <a:pt x="122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43182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30" y="692"/>
                    <a:pt x="692" y="529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383000" y="4355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29"/>
                    <a:pt x="164" y="692"/>
                    <a:pt x="367" y="692"/>
                  </a:cubicBezTo>
                  <a:cubicBezTo>
                    <a:pt x="571" y="692"/>
                    <a:pt x="733" y="529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58240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53255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48167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143182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383000" y="48230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58240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3255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148167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43182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383000" y="5280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58240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53255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148167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143182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383000" y="57387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158240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53255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48167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43182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1383000" y="61862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158240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153255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-148167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143182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22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1383000" y="664425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22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158240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153255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148167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143182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1383000" y="71122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58240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153255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148167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143182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-1383000" y="7570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-158240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153255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-148167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-143182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-1383000" y="8027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-158240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-153255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-148167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-143182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-1383000" y="8475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-158240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-153255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-148167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-143182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-1383000" y="893350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-158240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-153255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-148167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-143182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-1383000" y="9401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-158240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-153255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-148167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-143182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-1383000" y="9859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-158240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153255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-148167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-143182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1383000" y="10317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158240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23"/>
                    <a:pt x="0" y="32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-153255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-148167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23"/>
                    <a:pt x="0" y="32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-143182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26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-1383000" y="10764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23"/>
                    <a:pt x="1" y="32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26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-158240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-153255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-148167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-143182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-1383000" y="11222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-158240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-153255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-148167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43182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1383000" y="11690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-158240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-153255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-148167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-143182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-1383000" y="12148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-158240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-153255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-148167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-143182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-1383000" y="12606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-158240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22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-153255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-148167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22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-143182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-1383000" y="13054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22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-158240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-153255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-148167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-143182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-1383000" y="13511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7" name="Google Shape;137;p2"/>
          <p:cNvCxnSpPr/>
          <p:nvPr/>
        </p:nvCxnSpPr>
        <p:spPr>
          <a:xfrm>
            <a:off x="8256275" y="38448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"/>
          <p:cNvCxnSpPr/>
          <p:nvPr/>
        </p:nvCxnSpPr>
        <p:spPr>
          <a:xfrm>
            <a:off x="8504025" y="38448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"/>
          <p:cNvCxnSpPr/>
          <p:nvPr/>
        </p:nvCxnSpPr>
        <p:spPr>
          <a:xfrm>
            <a:off x="8751013" y="38448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"/>
          <p:cNvCxnSpPr/>
          <p:nvPr/>
        </p:nvCxnSpPr>
        <p:spPr>
          <a:xfrm>
            <a:off x="6660775" y="337675"/>
            <a:ext cx="30153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0"/>
            <a:ext cx="31917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 txBox="1"/>
          <p:nvPr>
            <p:ph type="title"/>
          </p:nvPr>
        </p:nvSpPr>
        <p:spPr>
          <a:xfrm>
            <a:off x="2622375" y="2610638"/>
            <a:ext cx="5797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3"/>
          <p:cNvSpPr txBox="1"/>
          <p:nvPr>
            <p:ph hasCustomPrompt="1" idx="2" type="title"/>
          </p:nvPr>
        </p:nvSpPr>
        <p:spPr>
          <a:xfrm>
            <a:off x="6362175" y="1328938"/>
            <a:ext cx="2057400" cy="1067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3"/>
          <p:cNvSpPr txBox="1"/>
          <p:nvPr>
            <p:ph idx="1" type="subTitle"/>
          </p:nvPr>
        </p:nvSpPr>
        <p:spPr>
          <a:xfrm>
            <a:off x="2622375" y="3439575"/>
            <a:ext cx="5797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"/>
          <p:cNvSpPr/>
          <p:nvPr/>
        </p:nvSpPr>
        <p:spPr>
          <a:xfrm flipH="1">
            <a:off x="-588359" y="1909788"/>
            <a:ext cx="1371600" cy="1371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 rot="-5400000">
            <a:off x="1218278" y="3511244"/>
            <a:ext cx="59575" cy="2496139"/>
          </a:xfrm>
          <a:custGeom>
            <a:rect b="b" l="l" r="r" t="t"/>
            <a:pathLst>
              <a:path extrusionOk="0" h="38093" w="1507">
                <a:moveTo>
                  <a:pt x="0" y="0"/>
                </a:moveTo>
                <a:lnTo>
                  <a:pt x="0" y="38093"/>
                </a:lnTo>
                <a:lnTo>
                  <a:pt x="1506" y="38093"/>
                </a:lnTo>
                <a:lnTo>
                  <a:pt x="150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 rot="-5400000">
            <a:off x="1219089" y="3758228"/>
            <a:ext cx="57955" cy="2496139"/>
          </a:xfrm>
          <a:custGeom>
            <a:rect b="b" l="l" r="r" t="t"/>
            <a:pathLst>
              <a:path extrusionOk="0" h="38093" w="1466">
                <a:moveTo>
                  <a:pt x="1" y="0"/>
                </a:moveTo>
                <a:lnTo>
                  <a:pt x="1" y="38093"/>
                </a:lnTo>
                <a:lnTo>
                  <a:pt x="1466" y="38093"/>
                </a:lnTo>
                <a:lnTo>
                  <a:pt x="146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3"/>
          <p:cNvCxnSpPr/>
          <p:nvPr/>
        </p:nvCxnSpPr>
        <p:spPr>
          <a:xfrm rot="5400000">
            <a:off x="8057575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3"/>
          <p:cNvCxnSpPr/>
          <p:nvPr/>
        </p:nvCxnSpPr>
        <p:spPr>
          <a:xfrm rot="5400000">
            <a:off x="7905175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3"/>
          <p:cNvCxnSpPr/>
          <p:nvPr/>
        </p:nvCxnSpPr>
        <p:spPr>
          <a:xfrm rot="5400000">
            <a:off x="7752775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3"/>
          <p:cNvCxnSpPr/>
          <p:nvPr/>
        </p:nvCxnSpPr>
        <p:spPr>
          <a:xfrm rot="10800000">
            <a:off x="-18334" y="2595600"/>
            <a:ext cx="6102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3"/>
          <p:cNvCxnSpPr/>
          <p:nvPr/>
        </p:nvCxnSpPr>
        <p:spPr>
          <a:xfrm rot="10800000">
            <a:off x="-18334" y="2748000"/>
            <a:ext cx="6102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3"/>
          <p:cNvCxnSpPr/>
          <p:nvPr/>
        </p:nvCxnSpPr>
        <p:spPr>
          <a:xfrm rot="10800000">
            <a:off x="-18334" y="2443200"/>
            <a:ext cx="6102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720000" y="1215751"/>
            <a:ext cx="77040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58" name="Google Shape;158;p4"/>
          <p:cNvSpPr/>
          <p:nvPr/>
        </p:nvSpPr>
        <p:spPr>
          <a:xfrm>
            <a:off x="0" y="4133675"/>
            <a:ext cx="9144000" cy="10101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4"/>
          <p:cNvGrpSpPr/>
          <p:nvPr/>
        </p:nvGrpSpPr>
        <p:grpSpPr>
          <a:xfrm flipH="1">
            <a:off x="7811482" y="123720"/>
            <a:ext cx="1226647" cy="270356"/>
            <a:chOff x="-737950" y="458900"/>
            <a:chExt cx="549450" cy="121100"/>
          </a:xfrm>
        </p:grpSpPr>
        <p:sp>
          <p:nvSpPr>
            <p:cNvPr id="160" name="Google Shape;160;p4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5" name="Google Shape;165;p4"/>
          <p:cNvCxnSpPr/>
          <p:nvPr/>
        </p:nvCxnSpPr>
        <p:spPr>
          <a:xfrm>
            <a:off x="354850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4"/>
          <p:cNvCxnSpPr/>
          <p:nvPr/>
        </p:nvCxnSpPr>
        <p:spPr>
          <a:xfrm>
            <a:off x="601838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4"/>
          <p:cNvCxnSpPr/>
          <p:nvPr/>
        </p:nvCxnSpPr>
        <p:spPr>
          <a:xfrm>
            <a:off x="107100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5"/>
          <p:cNvSpPr txBox="1"/>
          <p:nvPr>
            <p:ph idx="1" type="subTitle"/>
          </p:nvPr>
        </p:nvSpPr>
        <p:spPr>
          <a:xfrm>
            <a:off x="5279852" y="3972475"/>
            <a:ext cx="205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1" name="Google Shape;171;p5"/>
          <p:cNvSpPr txBox="1"/>
          <p:nvPr>
            <p:ph idx="2" type="subTitle"/>
          </p:nvPr>
        </p:nvSpPr>
        <p:spPr>
          <a:xfrm>
            <a:off x="1878200" y="3972475"/>
            <a:ext cx="205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2" name="Google Shape;172;p5"/>
          <p:cNvSpPr txBox="1"/>
          <p:nvPr>
            <p:ph idx="3" type="subTitle"/>
          </p:nvPr>
        </p:nvSpPr>
        <p:spPr>
          <a:xfrm>
            <a:off x="5055275" y="36203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5"/>
          <p:cNvSpPr txBox="1"/>
          <p:nvPr>
            <p:ph idx="4" type="subTitle"/>
          </p:nvPr>
        </p:nvSpPr>
        <p:spPr>
          <a:xfrm>
            <a:off x="1583300" y="36203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6"/>
          <p:cNvSpPr/>
          <p:nvPr/>
        </p:nvSpPr>
        <p:spPr>
          <a:xfrm>
            <a:off x="8424000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6"/>
          <p:cNvGrpSpPr/>
          <p:nvPr/>
        </p:nvGrpSpPr>
        <p:grpSpPr>
          <a:xfrm flipH="1" rot="-5400000">
            <a:off x="8019167" y="717686"/>
            <a:ext cx="1559119" cy="343621"/>
            <a:chOff x="-737950" y="458900"/>
            <a:chExt cx="549450" cy="121100"/>
          </a:xfrm>
        </p:grpSpPr>
        <p:sp>
          <p:nvSpPr>
            <p:cNvPr id="178" name="Google Shape;178;p6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" name="Google Shape;183;p6"/>
          <p:cNvCxnSpPr/>
          <p:nvPr/>
        </p:nvCxnSpPr>
        <p:spPr>
          <a:xfrm rot="5400000">
            <a:off x="-387950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6"/>
          <p:cNvCxnSpPr/>
          <p:nvPr/>
        </p:nvCxnSpPr>
        <p:spPr>
          <a:xfrm rot="5400000">
            <a:off x="-540350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6"/>
          <p:cNvCxnSpPr/>
          <p:nvPr/>
        </p:nvCxnSpPr>
        <p:spPr>
          <a:xfrm rot="5400000">
            <a:off x="-692750" y="4254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5952300" y="0"/>
            <a:ext cx="31917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" name="Google Shape;189;p7"/>
          <p:cNvSpPr txBox="1"/>
          <p:nvPr>
            <p:ph idx="1" type="subTitle"/>
          </p:nvPr>
        </p:nvSpPr>
        <p:spPr>
          <a:xfrm>
            <a:off x="720000" y="17536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90" name="Google Shape;190;p7"/>
          <p:cNvSpPr/>
          <p:nvPr/>
        </p:nvSpPr>
        <p:spPr>
          <a:xfrm>
            <a:off x="8430900" y="-795525"/>
            <a:ext cx="304620" cy="4192398"/>
          </a:xfrm>
          <a:custGeom>
            <a:rect b="b" l="l" r="r" t="t"/>
            <a:pathLst>
              <a:path extrusionOk="0" h="78664" w="5716">
                <a:moveTo>
                  <a:pt x="2858" y="0"/>
                </a:moveTo>
                <a:cubicBezTo>
                  <a:pt x="1308" y="0"/>
                  <a:pt x="1" y="1277"/>
                  <a:pt x="1" y="2857"/>
                </a:cubicBezTo>
                <a:lnTo>
                  <a:pt x="1" y="75807"/>
                </a:lnTo>
                <a:cubicBezTo>
                  <a:pt x="1" y="77387"/>
                  <a:pt x="1308" y="78664"/>
                  <a:pt x="2858" y="78664"/>
                </a:cubicBezTo>
                <a:cubicBezTo>
                  <a:pt x="4408" y="78664"/>
                  <a:pt x="5715" y="77357"/>
                  <a:pt x="5715" y="75807"/>
                </a:cubicBezTo>
                <a:lnTo>
                  <a:pt x="5715" y="2857"/>
                </a:lnTo>
                <a:cubicBezTo>
                  <a:pt x="5715" y="1277"/>
                  <a:pt x="4408" y="0"/>
                  <a:pt x="2858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1279800"/>
            <a:ext cx="9144000" cy="25839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2043325" y="1819650"/>
            <a:ext cx="5205300" cy="1504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4" name="Google Shape;194;p8"/>
          <p:cNvGrpSpPr/>
          <p:nvPr/>
        </p:nvGrpSpPr>
        <p:grpSpPr>
          <a:xfrm>
            <a:off x="10" y="5"/>
            <a:ext cx="1213685" cy="1114620"/>
            <a:chOff x="1875850" y="163850"/>
            <a:chExt cx="685775" cy="629800"/>
          </a:xfrm>
        </p:grpSpPr>
        <p:sp>
          <p:nvSpPr>
            <p:cNvPr id="195" name="Google Shape;195;p8"/>
            <p:cNvSpPr/>
            <p:nvPr/>
          </p:nvSpPr>
          <p:spPr>
            <a:xfrm>
              <a:off x="18758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8"/>
                    <a:pt x="1099" y="2238"/>
                  </a:cubicBezTo>
                  <a:cubicBezTo>
                    <a:pt x="1709" y="2238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20335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09" y="2238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21912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2347925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2504600" y="163850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8"/>
                    <a:pt x="1140" y="2238"/>
                  </a:cubicBezTo>
                  <a:cubicBezTo>
                    <a:pt x="1751" y="2238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875850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489"/>
                    <a:pt x="0" y="1099"/>
                  </a:cubicBezTo>
                  <a:cubicBezTo>
                    <a:pt x="0" y="1710"/>
                    <a:pt x="488" y="2239"/>
                    <a:pt x="1099" y="2239"/>
                  </a:cubicBezTo>
                  <a:cubicBezTo>
                    <a:pt x="1709" y="2239"/>
                    <a:pt x="2238" y="1710"/>
                    <a:pt x="2238" y="1099"/>
                  </a:cubicBezTo>
                  <a:cubicBezTo>
                    <a:pt x="2238" y="48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2033550" y="306275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530"/>
                    <a:pt x="0" y="1140"/>
                  </a:cubicBezTo>
                  <a:cubicBezTo>
                    <a:pt x="0" y="1751"/>
                    <a:pt x="489" y="2239"/>
                    <a:pt x="1099" y="2239"/>
                  </a:cubicBezTo>
                  <a:cubicBezTo>
                    <a:pt x="1709" y="2239"/>
                    <a:pt x="2239" y="1751"/>
                    <a:pt x="2239" y="1140"/>
                  </a:cubicBezTo>
                  <a:cubicBezTo>
                    <a:pt x="2239" y="530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2191250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489"/>
                    <a:pt x="0" y="1099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099"/>
                  </a:cubicBezTo>
                  <a:cubicBezTo>
                    <a:pt x="2239" y="48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2347925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489"/>
                    <a:pt x="1" y="1099"/>
                  </a:cubicBezTo>
                  <a:cubicBezTo>
                    <a:pt x="1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099"/>
                  </a:cubicBezTo>
                  <a:cubicBezTo>
                    <a:pt x="2239" y="48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2504600" y="307300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489"/>
                    <a:pt x="1" y="1099"/>
                  </a:cubicBezTo>
                  <a:cubicBezTo>
                    <a:pt x="1" y="1710"/>
                    <a:pt x="530" y="2239"/>
                    <a:pt x="1140" y="2239"/>
                  </a:cubicBezTo>
                  <a:cubicBezTo>
                    <a:pt x="1751" y="2239"/>
                    <a:pt x="2280" y="1710"/>
                    <a:pt x="2280" y="1099"/>
                  </a:cubicBezTo>
                  <a:cubicBezTo>
                    <a:pt x="2280" y="48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8758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8" y="1"/>
                    <a:pt x="0" y="489"/>
                    <a:pt x="0" y="1100"/>
                  </a:cubicBezTo>
                  <a:cubicBezTo>
                    <a:pt x="0" y="1710"/>
                    <a:pt x="488" y="2239"/>
                    <a:pt x="1099" y="2239"/>
                  </a:cubicBezTo>
                  <a:cubicBezTo>
                    <a:pt x="1709" y="2239"/>
                    <a:pt x="2238" y="1710"/>
                    <a:pt x="2238" y="1100"/>
                  </a:cubicBezTo>
                  <a:cubicBezTo>
                    <a:pt x="2238" y="489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20335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489"/>
                    <a:pt x="0" y="1100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09" y="2239"/>
                    <a:pt x="2239" y="1710"/>
                    <a:pt x="2239" y="1100"/>
                  </a:cubicBezTo>
                  <a:cubicBezTo>
                    <a:pt x="2239" y="489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21912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489"/>
                    <a:pt x="0" y="1100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100"/>
                  </a:cubicBezTo>
                  <a:cubicBezTo>
                    <a:pt x="2239" y="489"/>
                    <a:pt x="1710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2347925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1" y="489"/>
                    <a:pt x="1" y="1100"/>
                  </a:cubicBezTo>
                  <a:cubicBezTo>
                    <a:pt x="1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100"/>
                  </a:cubicBezTo>
                  <a:cubicBezTo>
                    <a:pt x="2239" y="489"/>
                    <a:pt x="1710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2504600" y="450750"/>
              <a:ext cx="57025" cy="56000"/>
            </a:xfrm>
            <a:custGeom>
              <a:rect b="b" l="l" r="r" t="t"/>
              <a:pathLst>
                <a:path extrusionOk="0" h="2240" w="2281">
                  <a:moveTo>
                    <a:pt x="1140" y="1"/>
                  </a:moveTo>
                  <a:cubicBezTo>
                    <a:pt x="530" y="1"/>
                    <a:pt x="1" y="489"/>
                    <a:pt x="1" y="1100"/>
                  </a:cubicBezTo>
                  <a:cubicBezTo>
                    <a:pt x="1" y="1710"/>
                    <a:pt x="530" y="2239"/>
                    <a:pt x="1140" y="2239"/>
                  </a:cubicBezTo>
                  <a:cubicBezTo>
                    <a:pt x="1751" y="2239"/>
                    <a:pt x="2280" y="1710"/>
                    <a:pt x="2280" y="1100"/>
                  </a:cubicBezTo>
                  <a:cubicBezTo>
                    <a:pt x="2280" y="489"/>
                    <a:pt x="1751" y="1"/>
                    <a:pt x="1140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8758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8"/>
                    <a:pt x="1099" y="2238"/>
                  </a:cubicBezTo>
                  <a:cubicBezTo>
                    <a:pt x="1709" y="2238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0335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09" y="2238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21912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2347925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2504600" y="594225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8"/>
                    <a:pt x="1140" y="2238"/>
                  </a:cubicBezTo>
                  <a:cubicBezTo>
                    <a:pt x="1751" y="2238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8758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9"/>
                    <a:pt x="1099" y="2239"/>
                  </a:cubicBezTo>
                  <a:cubicBezTo>
                    <a:pt x="1709" y="2239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0335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9"/>
                    <a:pt x="1099" y="2239"/>
                  </a:cubicBezTo>
                  <a:cubicBezTo>
                    <a:pt x="1709" y="2239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1912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9"/>
                    <a:pt x="1099" y="2239"/>
                  </a:cubicBezTo>
                  <a:cubicBezTo>
                    <a:pt x="1710" y="2239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2347925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9"/>
                    <a:pt x="1099" y="2239"/>
                  </a:cubicBezTo>
                  <a:cubicBezTo>
                    <a:pt x="1710" y="2239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2504600" y="737675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9"/>
                    <a:pt x="1140" y="2239"/>
                  </a:cubicBezTo>
                  <a:cubicBezTo>
                    <a:pt x="1751" y="2239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0" name="Google Shape;220;p8"/>
          <p:cNvCxnSpPr/>
          <p:nvPr/>
        </p:nvCxnSpPr>
        <p:spPr>
          <a:xfrm rot="10800000">
            <a:off x="8293344" y="4000719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8"/>
          <p:cNvCxnSpPr/>
          <p:nvPr/>
        </p:nvCxnSpPr>
        <p:spPr>
          <a:xfrm rot="10800000">
            <a:off x="8293344" y="3505981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8"/>
          <p:cNvCxnSpPr/>
          <p:nvPr/>
        </p:nvCxnSpPr>
        <p:spPr>
          <a:xfrm rot="10800000">
            <a:off x="8293344" y="3752969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0" y="0"/>
            <a:ext cx="9144000" cy="30762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 txBox="1"/>
          <p:nvPr>
            <p:ph type="title"/>
          </p:nvPr>
        </p:nvSpPr>
        <p:spPr>
          <a:xfrm>
            <a:off x="2135550" y="1779000"/>
            <a:ext cx="4872900" cy="12972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9"/>
          <p:cNvSpPr/>
          <p:nvPr/>
        </p:nvSpPr>
        <p:spPr>
          <a:xfrm>
            <a:off x="5793326" y="909406"/>
            <a:ext cx="3426872" cy="90544"/>
          </a:xfrm>
          <a:custGeom>
            <a:rect b="b" l="l" r="r" t="t"/>
            <a:pathLst>
              <a:path extrusionOk="0" h="1140" w="18966">
                <a:moveTo>
                  <a:pt x="0" y="0"/>
                </a:moveTo>
                <a:lnTo>
                  <a:pt x="0" y="1140"/>
                </a:lnTo>
                <a:lnTo>
                  <a:pt x="18965" y="1140"/>
                </a:lnTo>
                <a:lnTo>
                  <a:pt x="18965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793326" y="557078"/>
            <a:ext cx="3426872" cy="93801"/>
          </a:xfrm>
          <a:custGeom>
            <a:rect b="b" l="l" r="r" t="t"/>
            <a:pathLst>
              <a:path extrusionOk="0" h="1181" w="18966">
                <a:moveTo>
                  <a:pt x="0" y="0"/>
                </a:moveTo>
                <a:lnTo>
                  <a:pt x="0" y="1181"/>
                </a:lnTo>
                <a:lnTo>
                  <a:pt x="18965" y="1181"/>
                </a:lnTo>
                <a:lnTo>
                  <a:pt x="18965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793326" y="204750"/>
            <a:ext cx="3426872" cy="93801"/>
          </a:xfrm>
          <a:custGeom>
            <a:rect b="b" l="l" r="r" t="t"/>
            <a:pathLst>
              <a:path extrusionOk="0" h="1181" w="18966">
                <a:moveTo>
                  <a:pt x="0" y="0"/>
                </a:moveTo>
                <a:lnTo>
                  <a:pt x="0" y="1181"/>
                </a:lnTo>
                <a:lnTo>
                  <a:pt x="18965" y="1181"/>
                </a:lnTo>
                <a:lnTo>
                  <a:pt x="18965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9"/>
          <p:cNvCxnSpPr/>
          <p:nvPr/>
        </p:nvCxnSpPr>
        <p:spPr>
          <a:xfrm>
            <a:off x="-781925" y="43673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9"/>
          <p:cNvCxnSpPr/>
          <p:nvPr/>
        </p:nvCxnSpPr>
        <p:spPr>
          <a:xfrm>
            <a:off x="-781925" y="45197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9"/>
          <p:cNvCxnSpPr/>
          <p:nvPr/>
        </p:nvCxnSpPr>
        <p:spPr>
          <a:xfrm rot="5400000">
            <a:off x="-176275" y="8895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9"/>
          <p:cNvCxnSpPr/>
          <p:nvPr/>
        </p:nvCxnSpPr>
        <p:spPr>
          <a:xfrm rot="5400000">
            <a:off x="-328675" y="8895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 rot="5400000">
            <a:off x="-481075" y="8895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9"/>
          <p:cNvCxnSpPr/>
          <p:nvPr/>
        </p:nvCxnSpPr>
        <p:spPr>
          <a:xfrm>
            <a:off x="-781925" y="46721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>
            <p:ph type="title"/>
          </p:nvPr>
        </p:nvSpPr>
        <p:spPr>
          <a:xfrm>
            <a:off x="4485175" y="3454400"/>
            <a:ext cx="3945600" cy="1149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38" name="Google Shape;238;p10"/>
          <p:cNvCxnSpPr/>
          <p:nvPr/>
        </p:nvCxnSpPr>
        <p:spPr>
          <a:xfrm>
            <a:off x="466225" y="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0"/>
          <p:cNvCxnSpPr/>
          <p:nvPr/>
        </p:nvCxnSpPr>
        <p:spPr>
          <a:xfrm>
            <a:off x="713213" y="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0"/>
          <p:cNvCxnSpPr/>
          <p:nvPr/>
        </p:nvCxnSpPr>
        <p:spPr>
          <a:xfrm>
            <a:off x="218475" y="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-35300"/>
            <a:ext cx="9144000" cy="29247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>
            <p:ph hasCustomPrompt="1" type="title"/>
          </p:nvPr>
        </p:nvSpPr>
        <p:spPr>
          <a:xfrm>
            <a:off x="2974500" y="1338738"/>
            <a:ext cx="3195000" cy="15507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4" name="Google Shape;244;p11"/>
          <p:cNvSpPr txBox="1"/>
          <p:nvPr>
            <p:ph idx="1" type="subTitle"/>
          </p:nvPr>
        </p:nvSpPr>
        <p:spPr>
          <a:xfrm>
            <a:off x="1773300" y="3016663"/>
            <a:ext cx="55974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5" name="Google Shape;245;p11"/>
          <p:cNvSpPr/>
          <p:nvPr/>
        </p:nvSpPr>
        <p:spPr>
          <a:xfrm>
            <a:off x="7800750" y="3756855"/>
            <a:ext cx="1892092" cy="1893137"/>
          </a:xfrm>
          <a:custGeom>
            <a:rect b="b" l="l" r="r" t="t"/>
            <a:pathLst>
              <a:path extrusionOk="0" h="56172" w="56141">
                <a:moveTo>
                  <a:pt x="28086" y="15350"/>
                </a:moveTo>
                <a:cubicBezTo>
                  <a:pt x="35107" y="15350"/>
                  <a:pt x="40761" y="21004"/>
                  <a:pt x="40761" y="28056"/>
                </a:cubicBezTo>
                <a:cubicBezTo>
                  <a:pt x="40761" y="35077"/>
                  <a:pt x="35077" y="40730"/>
                  <a:pt x="28086" y="40730"/>
                </a:cubicBezTo>
                <a:cubicBezTo>
                  <a:pt x="21095" y="40730"/>
                  <a:pt x="15380" y="35077"/>
                  <a:pt x="15380" y="28056"/>
                </a:cubicBezTo>
                <a:cubicBezTo>
                  <a:pt x="15380" y="21034"/>
                  <a:pt x="21034" y="15350"/>
                  <a:pt x="28086" y="15350"/>
                </a:cubicBezTo>
                <a:close/>
                <a:moveTo>
                  <a:pt x="28086" y="0"/>
                </a:moveTo>
                <a:cubicBezTo>
                  <a:pt x="12584" y="0"/>
                  <a:pt x="0" y="12584"/>
                  <a:pt x="0" y="28086"/>
                </a:cubicBezTo>
                <a:cubicBezTo>
                  <a:pt x="0" y="43588"/>
                  <a:pt x="12584" y="56171"/>
                  <a:pt x="28086" y="56171"/>
                </a:cubicBezTo>
                <a:cubicBezTo>
                  <a:pt x="43588" y="56171"/>
                  <a:pt x="56141" y="43588"/>
                  <a:pt x="56141" y="28086"/>
                </a:cubicBezTo>
                <a:cubicBezTo>
                  <a:pt x="56111" y="12584"/>
                  <a:pt x="43588" y="0"/>
                  <a:pt x="28086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11"/>
          <p:cNvGrpSpPr/>
          <p:nvPr/>
        </p:nvGrpSpPr>
        <p:grpSpPr>
          <a:xfrm flipH="1">
            <a:off x="7631557" y="269145"/>
            <a:ext cx="1226647" cy="270356"/>
            <a:chOff x="-737950" y="458900"/>
            <a:chExt cx="549450" cy="121100"/>
          </a:xfrm>
        </p:grpSpPr>
        <p:sp>
          <p:nvSpPr>
            <p:cNvPr id="247" name="Google Shape;247;p11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1"/>
          <p:cNvSpPr/>
          <p:nvPr/>
        </p:nvSpPr>
        <p:spPr>
          <a:xfrm rot="-5400000">
            <a:off x="1218278" y="3511244"/>
            <a:ext cx="59575" cy="2496139"/>
          </a:xfrm>
          <a:custGeom>
            <a:rect b="b" l="l" r="r" t="t"/>
            <a:pathLst>
              <a:path extrusionOk="0" h="38093" w="1507">
                <a:moveTo>
                  <a:pt x="0" y="0"/>
                </a:moveTo>
                <a:lnTo>
                  <a:pt x="0" y="38093"/>
                </a:lnTo>
                <a:lnTo>
                  <a:pt x="1506" y="38093"/>
                </a:lnTo>
                <a:lnTo>
                  <a:pt x="150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 rot="-5400000">
            <a:off x="1219089" y="3758228"/>
            <a:ext cx="57955" cy="2496139"/>
          </a:xfrm>
          <a:custGeom>
            <a:rect b="b" l="l" r="r" t="t"/>
            <a:pathLst>
              <a:path extrusionOk="0" h="38093" w="1466">
                <a:moveTo>
                  <a:pt x="1" y="0"/>
                </a:moveTo>
                <a:lnTo>
                  <a:pt x="1" y="38093"/>
                </a:lnTo>
                <a:lnTo>
                  <a:pt x="1466" y="38093"/>
                </a:lnTo>
                <a:lnTo>
                  <a:pt x="146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13"/>
          <p:cNvSpPr txBox="1"/>
          <p:nvPr>
            <p:ph idx="1" type="subTitle"/>
          </p:nvPr>
        </p:nvSpPr>
        <p:spPr>
          <a:xfrm>
            <a:off x="713213" y="242422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F529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3"/>
          <p:cNvSpPr txBox="1"/>
          <p:nvPr>
            <p:ph idx="2" type="subTitle"/>
          </p:nvPr>
        </p:nvSpPr>
        <p:spPr>
          <a:xfrm>
            <a:off x="3412482" y="242422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F529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3"/>
          <p:cNvSpPr txBox="1"/>
          <p:nvPr>
            <p:ph idx="3" type="subTitle"/>
          </p:nvPr>
        </p:nvSpPr>
        <p:spPr>
          <a:xfrm>
            <a:off x="713213" y="408622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F529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3"/>
          <p:cNvSpPr txBox="1"/>
          <p:nvPr>
            <p:ph idx="4" type="subTitle"/>
          </p:nvPr>
        </p:nvSpPr>
        <p:spPr>
          <a:xfrm>
            <a:off x="3412482" y="408622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F529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13"/>
          <p:cNvSpPr txBox="1"/>
          <p:nvPr>
            <p:ph hasCustomPrompt="1" idx="5" type="title"/>
          </p:nvPr>
        </p:nvSpPr>
        <p:spPr>
          <a:xfrm>
            <a:off x="726765" y="1497183"/>
            <a:ext cx="734700" cy="447600"/>
          </a:xfrm>
          <a:prstGeom prst="rect">
            <a:avLst/>
          </a:prstGeom>
          <a:solidFill>
            <a:srgbClr val="5387ED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3"/>
          <p:cNvSpPr txBox="1"/>
          <p:nvPr>
            <p:ph hasCustomPrompt="1" idx="6" type="title"/>
          </p:nvPr>
        </p:nvSpPr>
        <p:spPr>
          <a:xfrm>
            <a:off x="719990" y="3159191"/>
            <a:ext cx="734700" cy="447600"/>
          </a:xfrm>
          <a:prstGeom prst="rect">
            <a:avLst/>
          </a:prstGeom>
          <a:solidFill>
            <a:srgbClr val="5387ED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/>
          <p:nvPr>
            <p:ph hasCustomPrompt="1" idx="7" type="title"/>
          </p:nvPr>
        </p:nvSpPr>
        <p:spPr>
          <a:xfrm>
            <a:off x="3419240" y="1497183"/>
            <a:ext cx="734700" cy="447600"/>
          </a:xfrm>
          <a:prstGeom prst="rect">
            <a:avLst/>
          </a:prstGeom>
          <a:solidFill>
            <a:srgbClr val="5387ED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4" name="Google Shape;264;p13"/>
          <p:cNvSpPr txBox="1"/>
          <p:nvPr>
            <p:ph hasCustomPrompt="1" idx="8" type="title"/>
          </p:nvPr>
        </p:nvSpPr>
        <p:spPr>
          <a:xfrm>
            <a:off x="3419240" y="3159191"/>
            <a:ext cx="734700" cy="447600"/>
          </a:xfrm>
          <a:prstGeom prst="rect">
            <a:avLst/>
          </a:prstGeom>
          <a:solidFill>
            <a:srgbClr val="5387ED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13"/>
          <p:cNvSpPr txBox="1"/>
          <p:nvPr>
            <p:ph idx="9" type="subTitle"/>
          </p:nvPr>
        </p:nvSpPr>
        <p:spPr>
          <a:xfrm>
            <a:off x="719988" y="20565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rgbClr val="3F529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6" name="Google Shape;266;p13"/>
          <p:cNvSpPr txBox="1"/>
          <p:nvPr>
            <p:ph idx="13" type="subTitle"/>
          </p:nvPr>
        </p:nvSpPr>
        <p:spPr>
          <a:xfrm>
            <a:off x="3419263" y="20565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rgbClr val="3F529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7" name="Google Shape;267;p13"/>
          <p:cNvSpPr txBox="1"/>
          <p:nvPr>
            <p:ph idx="14" type="subTitle"/>
          </p:nvPr>
        </p:nvSpPr>
        <p:spPr>
          <a:xfrm>
            <a:off x="719988" y="371865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rgbClr val="3F529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8" name="Google Shape;268;p13"/>
          <p:cNvSpPr txBox="1"/>
          <p:nvPr>
            <p:ph idx="15" type="subTitle"/>
          </p:nvPr>
        </p:nvSpPr>
        <p:spPr>
          <a:xfrm>
            <a:off x="3419263" y="3718650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rgbClr val="3F529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9" name="Google Shape;269;p13"/>
          <p:cNvSpPr/>
          <p:nvPr/>
        </p:nvSpPr>
        <p:spPr>
          <a:xfrm>
            <a:off x="5952325" y="0"/>
            <a:ext cx="31917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13"/>
          <p:cNvGrpSpPr/>
          <p:nvPr/>
        </p:nvGrpSpPr>
        <p:grpSpPr>
          <a:xfrm>
            <a:off x="7930285" y="5"/>
            <a:ext cx="1213685" cy="1114620"/>
            <a:chOff x="1875850" y="163850"/>
            <a:chExt cx="685775" cy="629800"/>
          </a:xfrm>
        </p:grpSpPr>
        <p:sp>
          <p:nvSpPr>
            <p:cNvPr id="271" name="Google Shape;271;p13"/>
            <p:cNvSpPr/>
            <p:nvPr/>
          </p:nvSpPr>
          <p:spPr>
            <a:xfrm>
              <a:off x="18758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8"/>
                    <a:pt x="1099" y="2238"/>
                  </a:cubicBezTo>
                  <a:cubicBezTo>
                    <a:pt x="1709" y="2238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20335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09" y="2238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2191250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2347925" y="16385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2504600" y="163850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8"/>
                    <a:pt x="1140" y="2238"/>
                  </a:cubicBezTo>
                  <a:cubicBezTo>
                    <a:pt x="1751" y="2238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1875850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489"/>
                    <a:pt x="0" y="1099"/>
                  </a:cubicBezTo>
                  <a:cubicBezTo>
                    <a:pt x="0" y="1710"/>
                    <a:pt x="488" y="2239"/>
                    <a:pt x="1099" y="2239"/>
                  </a:cubicBezTo>
                  <a:cubicBezTo>
                    <a:pt x="1709" y="2239"/>
                    <a:pt x="2238" y="1710"/>
                    <a:pt x="2238" y="1099"/>
                  </a:cubicBezTo>
                  <a:cubicBezTo>
                    <a:pt x="2238" y="48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2033550" y="306275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530"/>
                    <a:pt x="0" y="1140"/>
                  </a:cubicBezTo>
                  <a:cubicBezTo>
                    <a:pt x="0" y="1751"/>
                    <a:pt x="489" y="2239"/>
                    <a:pt x="1099" y="2239"/>
                  </a:cubicBezTo>
                  <a:cubicBezTo>
                    <a:pt x="1709" y="2239"/>
                    <a:pt x="2239" y="1751"/>
                    <a:pt x="2239" y="1140"/>
                  </a:cubicBezTo>
                  <a:cubicBezTo>
                    <a:pt x="2239" y="530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2191250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489"/>
                    <a:pt x="0" y="1099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099"/>
                  </a:cubicBezTo>
                  <a:cubicBezTo>
                    <a:pt x="2239" y="48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2347925" y="307300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489"/>
                    <a:pt x="1" y="1099"/>
                  </a:cubicBezTo>
                  <a:cubicBezTo>
                    <a:pt x="1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099"/>
                  </a:cubicBezTo>
                  <a:cubicBezTo>
                    <a:pt x="2239" y="48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2504600" y="307300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489"/>
                    <a:pt x="1" y="1099"/>
                  </a:cubicBezTo>
                  <a:cubicBezTo>
                    <a:pt x="1" y="1710"/>
                    <a:pt x="530" y="2239"/>
                    <a:pt x="1140" y="2239"/>
                  </a:cubicBezTo>
                  <a:cubicBezTo>
                    <a:pt x="1751" y="2239"/>
                    <a:pt x="2280" y="1710"/>
                    <a:pt x="2280" y="1099"/>
                  </a:cubicBezTo>
                  <a:cubicBezTo>
                    <a:pt x="2280" y="48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18758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8" y="1"/>
                    <a:pt x="0" y="489"/>
                    <a:pt x="0" y="1100"/>
                  </a:cubicBezTo>
                  <a:cubicBezTo>
                    <a:pt x="0" y="1710"/>
                    <a:pt x="488" y="2239"/>
                    <a:pt x="1099" y="2239"/>
                  </a:cubicBezTo>
                  <a:cubicBezTo>
                    <a:pt x="1709" y="2239"/>
                    <a:pt x="2238" y="1710"/>
                    <a:pt x="2238" y="1100"/>
                  </a:cubicBezTo>
                  <a:cubicBezTo>
                    <a:pt x="2238" y="489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20335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489"/>
                    <a:pt x="0" y="1100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09" y="2239"/>
                    <a:pt x="2239" y="1710"/>
                    <a:pt x="2239" y="1100"/>
                  </a:cubicBezTo>
                  <a:cubicBezTo>
                    <a:pt x="2239" y="489"/>
                    <a:pt x="1709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2191250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0" y="489"/>
                    <a:pt x="0" y="1100"/>
                  </a:cubicBezTo>
                  <a:cubicBezTo>
                    <a:pt x="0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100"/>
                  </a:cubicBezTo>
                  <a:cubicBezTo>
                    <a:pt x="2239" y="489"/>
                    <a:pt x="1710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2347925" y="450750"/>
              <a:ext cx="55975" cy="56000"/>
            </a:xfrm>
            <a:custGeom>
              <a:rect b="b" l="l" r="r" t="t"/>
              <a:pathLst>
                <a:path extrusionOk="0" h="2240" w="2239">
                  <a:moveTo>
                    <a:pt x="1099" y="1"/>
                  </a:moveTo>
                  <a:cubicBezTo>
                    <a:pt x="489" y="1"/>
                    <a:pt x="1" y="489"/>
                    <a:pt x="1" y="1100"/>
                  </a:cubicBezTo>
                  <a:cubicBezTo>
                    <a:pt x="1" y="1710"/>
                    <a:pt x="489" y="2239"/>
                    <a:pt x="1099" y="2239"/>
                  </a:cubicBezTo>
                  <a:cubicBezTo>
                    <a:pt x="1710" y="2239"/>
                    <a:pt x="2239" y="1710"/>
                    <a:pt x="2239" y="1100"/>
                  </a:cubicBezTo>
                  <a:cubicBezTo>
                    <a:pt x="2239" y="489"/>
                    <a:pt x="1710" y="1"/>
                    <a:pt x="1099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2504600" y="450750"/>
              <a:ext cx="57025" cy="56000"/>
            </a:xfrm>
            <a:custGeom>
              <a:rect b="b" l="l" r="r" t="t"/>
              <a:pathLst>
                <a:path extrusionOk="0" h="2240" w="2281">
                  <a:moveTo>
                    <a:pt x="1140" y="1"/>
                  </a:moveTo>
                  <a:cubicBezTo>
                    <a:pt x="530" y="1"/>
                    <a:pt x="1" y="489"/>
                    <a:pt x="1" y="1100"/>
                  </a:cubicBezTo>
                  <a:cubicBezTo>
                    <a:pt x="1" y="1710"/>
                    <a:pt x="530" y="2239"/>
                    <a:pt x="1140" y="2239"/>
                  </a:cubicBezTo>
                  <a:cubicBezTo>
                    <a:pt x="1751" y="2239"/>
                    <a:pt x="2280" y="1710"/>
                    <a:pt x="2280" y="1100"/>
                  </a:cubicBezTo>
                  <a:cubicBezTo>
                    <a:pt x="2280" y="489"/>
                    <a:pt x="1751" y="1"/>
                    <a:pt x="1140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18758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8"/>
                    <a:pt x="1099" y="2238"/>
                  </a:cubicBezTo>
                  <a:cubicBezTo>
                    <a:pt x="1709" y="2238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20335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09" y="2238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2191250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2347925" y="59422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8"/>
                    <a:pt x="1099" y="2238"/>
                  </a:cubicBezTo>
                  <a:cubicBezTo>
                    <a:pt x="1710" y="2238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2504600" y="594225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8"/>
                    <a:pt x="1140" y="2238"/>
                  </a:cubicBezTo>
                  <a:cubicBezTo>
                    <a:pt x="1751" y="2238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18758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8" y="0"/>
                    <a:pt x="0" y="529"/>
                    <a:pt x="0" y="1140"/>
                  </a:cubicBezTo>
                  <a:cubicBezTo>
                    <a:pt x="0" y="1750"/>
                    <a:pt x="488" y="2239"/>
                    <a:pt x="1099" y="2239"/>
                  </a:cubicBezTo>
                  <a:cubicBezTo>
                    <a:pt x="1709" y="2239"/>
                    <a:pt x="2238" y="1750"/>
                    <a:pt x="2238" y="1140"/>
                  </a:cubicBezTo>
                  <a:cubicBezTo>
                    <a:pt x="2238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20335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9"/>
                    <a:pt x="1099" y="2239"/>
                  </a:cubicBezTo>
                  <a:cubicBezTo>
                    <a:pt x="1709" y="2239"/>
                    <a:pt x="2239" y="1750"/>
                    <a:pt x="2239" y="1140"/>
                  </a:cubicBezTo>
                  <a:cubicBezTo>
                    <a:pt x="2239" y="529"/>
                    <a:pt x="1709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2191250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0" y="529"/>
                    <a:pt x="0" y="1140"/>
                  </a:cubicBezTo>
                  <a:cubicBezTo>
                    <a:pt x="0" y="1750"/>
                    <a:pt x="489" y="2239"/>
                    <a:pt x="1099" y="2239"/>
                  </a:cubicBezTo>
                  <a:cubicBezTo>
                    <a:pt x="1710" y="2239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2347925" y="737675"/>
              <a:ext cx="55975" cy="55975"/>
            </a:xfrm>
            <a:custGeom>
              <a:rect b="b" l="l" r="r" t="t"/>
              <a:pathLst>
                <a:path extrusionOk="0" h="2239" w="2239">
                  <a:moveTo>
                    <a:pt x="1099" y="0"/>
                  </a:moveTo>
                  <a:cubicBezTo>
                    <a:pt x="489" y="0"/>
                    <a:pt x="1" y="529"/>
                    <a:pt x="1" y="1140"/>
                  </a:cubicBezTo>
                  <a:cubicBezTo>
                    <a:pt x="1" y="1750"/>
                    <a:pt x="489" y="2239"/>
                    <a:pt x="1099" y="2239"/>
                  </a:cubicBezTo>
                  <a:cubicBezTo>
                    <a:pt x="1710" y="2239"/>
                    <a:pt x="2239" y="1750"/>
                    <a:pt x="2239" y="1140"/>
                  </a:cubicBezTo>
                  <a:cubicBezTo>
                    <a:pt x="2239" y="529"/>
                    <a:pt x="1710" y="0"/>
                    <a:pt x="1099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2504600" y="737675"/>
              <a:ext cx="57025" cy="55975"/>
            </a:xfrm>
            <a:custGeom>
              <a:rect b="b" l="l" r="r" t="t"/>
              <a:pathLst>
                <a:path extrusionOk="0" h="2239" w="2281">
                  <a:moveTo>
                    <a:pt x="1140" y="0"/>
                  </a:moveTo>
                  <a:cubicBezTo>
                    <a:pt x="530" y="0"/>
                    <a:pt x="1" y="529"/>
                    <a:pt x="1" y="1140"/>
                  </a:cubicBezTo>
                  <a:cubicBezTo>
                    <a:pt x="1" y="1750"/>
                    <a:pt x="530" y="2239"/>
                    <a:pt x="1140" y="2239"/>
                  </a:cubicBezTo>
                  <a:cubicBezTo>
                    <a:pt x="1751" y="2239"/>
                    <a:pt x="2280" y="1750"/>
                    <a:pt x="2280" y="1140"/>
                  </a:cubicBezTo>
                  <a:cubicBezTo>
                    <a:pt x="2280" y="529"/>
                    <a:pt x="1751" y="0"/>
                    <a:pt x="1140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13"/>
          <p:cNvGrpSpPr/>
          <p:nvPr/>
        </p:nvGrpSpPr>
        <p:grpSpPr>
          <a:xfrm>
            <a:off x="8119625" y="3013375"/>
            <a:ext cx="1959000" cy="1959000"/>
            <a:chOff x="-1193600" y="-50600"/>
            <a:chExt cx="1959000" cy="1959000"/>
          </a:xfrm>
        </p:grpSpPr>
        <p:sp>
          <p:nvSpPr>
            <p:cNvPr id="297" name="Google Shape;297;p13"/>
            <p:cNvSpPr/>
            <p:nvPr/>
          </p:nvSpPr>
          <p:spPr>
            <a:xfrm>
              <a:off x="-1193600" y="-50600"/>
              <a:ext cx="1959000" cy="19590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-777425" y="328150"/>
              <a:ext cx="1201500" cy="12015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1" name="Google Shape;301;p14"/>
          <p:cNvSpPr txBox="1"/>
          <p:nvPr>
            <p:ph idx="1" type="subTitle"/>
          </p:nvPr>
        </p:nvSpPr>
        <p:spPr>
          <a:xfrm>
            <a:off x="1802725" y="1511325"/>
            <a:ext cx="61149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02" name="Google Shape;302;p14"/>
          <p:cNvGrpSpPr/>
          <p:nvPr/>
        </p:nvGrpSpPr>
        <p:grpSpPr>
          <a:xfrm>
            <a:off x="2662613" y="4362300"/>
            <a:ext cx="1007625" cy="1012975"/>
            <a:chOff x="3577850" y="660625"/>
            <a:chExt cx="1007625" cy="1012975"/>
          </a:xfrm>
        </p:grpSpPr>
        <p:sp>
          <p:nvSpPr>
            <p:cNvPr id="303" name="Google Shape;303;p14"/>
            <p:cNvSpPr/>
            <p:nvPr/>
          </p:nvSpPr>
          <p:spPr>
            <a:xfrm>
              <a:off x="3577850" y="660625"/>
              <a:ext cx="1007625" cy="1012975"/>
            </a:xfrm>
            <a:custGeom>
              <a:rect b="b" l="l" r="r" t="t"/>
              <a:pathLst>
                <a:path extrusionOk="0" fill="none" h="40519" w="40305">
                  <a:moveTo>
                    <a:pt x="0" y="19910"/>
                  </a:moveTo>
                  <a:cubicBezTo>
                    <a:pt x="182" y="8816"/>
                    <a:pt x="9362" y="1"/>
                    <a:pt x="20396" y="183"/>
                  </a:cubicBezTo>
                  <a:cubicBezTo>
                    <a:pt x="31490" y="396"/>
                    <a:pt x="40305" y="9545"/>
                    <a:pt x="40122" y="20609"/>
                  </a:cubicBezTo>
                  <a:cubicBezTo>
                    <a:pt x="39940" y="31703"/>
                    <a:pt x="30791" y="40518"/>
                    <a:pt x="19727" y="40305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3741975" y="934200"/>
              <a:ext cx="675575" cy="570700"/>
            </a:xfrm>
            <a:custGeom>
              <a:rect b="b" l="l" r="r" t="t"/>
              <a:pathLst>
                <a:path extrusionOk="0" fill="none" h="22828" w="27023">
                  <a:moveTo>
                    <a:pt x="22858" y="1763"/>
                  </a:moveTo>
                  <a:cubicBezTo>
                    <a:pt x="27022" y="6930"/>
                    <a:pt x="26232" y="14469"/>
                    <a:pt x="21095" y="18663"/>
                  </a:cubicBezTo>
                  <a:cubicBezTo>
                    <a:pt x="15928" y="22827"/>
                    <a:pt x="8359" y="22037"/>
                    <a:pt x="4195" y="16900"/>
                  </a:cubicBezTo>
                  <a:cubicBezTo>
                    <a:pt x="1" y="11794"/>
                    <a:pt x="821" y="4195"/>
                    <a:pt x="5928" y="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4"/>
          <p:cNvGrpSpPr/>
          <p:nvPr/>
        </p:nvGrpSpPr>
        <p:grpSpPr>
          <a:xfrm rot="-5400000">
            <a:off x="7564208" y="39197"/>
            <a:ext cx="1419742" cy="1516086"/>
            <a:chOff x="4921325" y="1013225"/>
            <a:chExt cx="1175575" cy="1255350"/>
          </a:xfrm>
        </p:grpSpPr>
        <p:sp>
          <p:nvSpPr>
            <p:cNvPr id="306" name="Google Shape;306;p14"/>
            <p:cNvSpPr/>
            <p:nvPr/>
          </p:nvSpPr>
          <p:spPr>
            <a:xfrm>
              <a:off x="49213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593" y="1"/>
                  </a:moveTo>
                  <a:cubicBezTo>
                    <a:pt x="441" y="1"/>
                    <a:pt x="289" y="61"/>
                    <a:pt x="183" y="183"/>
                  </a:cubicBezTo>
                  <a:cubicBezTo>
                    <a:pt x="62" y="274"/>
                    <a:pt x="1" y="426"/>
                    <a:pt x="1" y="578"/>
                  </a:cubicBezTo>
                  <a:cubicBezTo>
                    <a:pt x="1" y="730"/>
                    <a:pt x="62" y="882"/>
                    <a:pt x="18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61" y="1186"/>
                    <a:pt x="913" y="1125"/>
                    <a:pt x="1004" y="1004"/>
                  </a:cubicBezTo>
                  <a:cubicBezTo>
                    <a:pt x="1125" y="882"/>
                    <a:pt x="1217" y="730"/>
                    <a:pt x="1217" y="578"/>
                  </a:cubicBezTo>
                  <a:cubicBezTo>
                    <a:pt x="1217" y="426"/>
                    <a:pt x="1125" y="274"/>
                    <a:pt x="1004" y="183"/>
                  </a:cubicBezTo>
                  <a:cubicBezTo>
                    <a:pt x="897" y="61"/>
                    <a:pt x="745" y="1"/>
                    <a:pt x="59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003400" y="21507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12"/>
                    <a:pt x="274" y="1186"/>
                    <a:pt x="608" y="1216"/>
                  </a:cubicBezTo>
                  <a:cubicBezTo>
                    <a:pt x="973" y="1216"/>
                    <a:pt x="1216" y="97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0034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84" y="1"/>
                  </a:moveTo>
                  <a:cubicBezTo>
                    <a:pt x="442" y="1"/>
                    <a:pt x="296" y="63"/>
                    <a:pt x="183" y="176"/>
                  </a:cubicBezTo>
                  <a:cubicBezTo>
                    <a:pt x="92" y="267"/>
                    <a:pt x="0" y="419"/>
                    <a:pt x="0" y="571"/>
                  </a:cubicBezTo>
                  <a:lnTo>
                    <a:pt x="0" y="693"/>
                  </a:lnTo>
                  <a:cubicBezTo>
                    <a:pt x="0" y="723"/>
                    <a:pt x="31" y="784"/>
                    <a:pt x="31" y="814"/>
                  </a:cubicBezTo>
                  <a:cubicBezTo>
                    <a:pt x="31" y="845"/>
                    <a:pt x="31" y="875"/>
                    <a:pt x="92" y="936"/>
                  </a:cubicBezTo>
                  <a:lnTo>
                    <a:pt x="152" y="997"/>
                  </a:lnTo>
                  <a:cubicBezTo>
                    <a:pt x="274" y="1118"/>
                    <a:pt x="426" y="1179"/>
                    <a:pt x="578" y="1179"/>
                  </a:cubicBezTo>
                  <a:cubicBezTo>
                    <a:pt x="760" y="1179"/>
                    <a:pt x="882" y="1118"/>
                    <a:pt x="1064" y="997"/>
                  </a:cubicBezTo>
                  <a:cubicBezTo>
                    <a:pt x="1095" y="997"/>
                    <a:pt x="1095" y="966"/>
                    <a:pt x="1155" y="936"/>
                  </a:cubicBezTo>
                  <a:cubicBezTo>
                    <a:pt x="1155" y="875"/>
                    <a:pt x="1186" y="845"/>
                    <a:pt x="1186" y="814"/>
                  </a:cubicBezTo>
                  <a:cubicBezTo>
                    <a:pt x="1216" y="753"/>
                    <a:pt x="1216" y="723"/>
                    <a:pt x="1216" y="693"/>
                  </a:cubicBezTo>
                  <a:lnTo>
                    <a:pt x="1216" y="571"/>
                  </a:lnTo>
                  <a:cubicBezTo>
                    <a:pt x="1216" y="419"/>
                    <a:pt x="1155" y="267"/>
                    <a:pt x="1034" y="145"/>
                  </a:cubicBezTo>
                  <a:cubicBezTo>
                    <a:pt x="1034" y="115"/>
                    <a:pt x="1004" y="115"/>
                    <a:pt x="943" y="85"/>
                  </a:cubicBezTo>
                  <a:cubicBezTo>
                    <a:pt x="912" y="85"/>
                    <a:pt x="882" y="54"/>
                    <a:pt x="852" y="54"/>
                  </a:cubicBezTo>
                  <a:cubicBezTo>
                    <a:pt x="791" y="24"/>
                    <a:pt x="760" y="24"/>
                    <a:pt x="730" y="24"/>
                  </a:cubicBezTo>
                  <a:cubicBezTo>
                    <a:pt x="683" y="8"/>
                    <a:pt x="634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085475" y="2062625"/>
              <a:ext cx="30425" cy="118575"/>
            </a:xfrm>
            <a:custGeom>
              <a:rect b="b" l="l" r="r" t="t"/>
              <a:pathLst>
                <a:path extrusionOk="0" h="4743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2" y="1217"/>
                    <a:pt x="1216" y="943"/>
                    <a:pt x="1216" y="609"/>
                  </a:cubicBezTo>
                  <a:cubicBezTo>
                    <a:pt x="1216" y="274"/>
                    <a:pt x="942" y="1"/>
                    <a:pt x="608" y="1"/>
                  </a:cubicBezTo>
                  <a:close/>
                  <a:moveTo>
                    <a:pt x="608" y="3527"/>
                  </a:moveTo>
                  <a:cubicBezTo>
                    <a:pt x="274" y="3527"/>
                    <a:pt x="0" y="3800"/>
                    <a:pt x="0" y="4135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2" y="4742"/>
                    <a:pt x="1216" y="4499"/>
                    <a:pt x="1216" y="4135"/>
                  </a:cubicBezTo>
                  <a:cubicBezTo>
                    <a:pt x="1216" y="3800"/>
                    <a:pt x="942" y="3527"/>
                    <a:pt x="608" y="352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08547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5166775" y="1975250"/>
              <a:ext cx="30425" cy="205950"/>
            </a:xfrm>
            <a:custGeom>
              <a:rect b="b" l="l" r="r" t="t"/>
              <a:pathLst>
                <a:path extrusionOk="0" h="8238" w="1217">
                  <a:moveTo>
                    <a:pt x="608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  <a:moveTo>
                    <a:pt x="608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8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8" y="3496"/>
                  </a:cubicBezTo>
                  <a:close/>
                  <a:moveTo>
                    <a:pt x="608" y="7022"/>
                  </a:moveTo>
                  <a:cubicBezTo>
                    <a:pt x="274" y="7022"/>
                    <a:pt x="1" y="7295"/>
                    <a:pt x="1" y="7630"/>
                  </a:cubicBezTo>
                  <a:cubicBezTo>
                    <a:pt x="1" y="7933"/>
                    <a:pt x="274" y="8207"/>
                    <a:pt x="608" y="8237"/>
                  </a:cubicBezTo>
                  <a:cubicBezTo>
                    <a:pt x="973" y="8237"/>
                    <a:pt x="1216" y="7994"/>
                    <a:pt x="1216" y="7630"/>
                  </a:cubicBezTo>
                  <a:cubicBezTo>
                    <a:pt x="1216" y="7295"/>
                    <a:pt x="973" y="7022"/>
                    <a:pt x="608" y="702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51675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4" y="183"/>
                  </a:cubicBezTo>
                  <a:cubicBezTo>
                    <a:pt x="92" y="274"/>
                    <a:pt x="1" y="426"/>
                    <a:pt x="1" y="578"/>
                  </a:cubicBezTo>
                  <a:lnTo>
                    <a:pt x="1" y="700"/>
                  </a:lnTo>
                  <a:cubicBezTo>
                    <a:pt x="1" y="730"/>
                    <a:pt x="62" y="791"/>
                    <a:pt x="62" y="821"/>
                  </a:cubicBezTo>
                  <a:cubicBezTo>
                    <a:pt x="62" y="852"/>
                    <a:pt x="62" y="882"/>
                    <a:pt x="92" y="943"/>
                  </a:cubicBezTo>
                  <a:lnTo>
                    <a:pt x="183" y="1004"/>
                  </a:lnTo>
                  <a:cubicBezTo>
                    <a:pt x="274" y="1125"/>
                    <a:pt x="426" y="1186"/>
                    <a:pt x="578" y="1186"/>
                  </a:cubicBezTo>
                  <a:cubicBezTo>
                    <a:pt x="730" y="1186"/>
                    <a:pt x="882" y="1125"/>
                    <a:pt x="1034" y="1004"/>
                  </a:cubicBezTo>
                  <a:cubicBezTo>
                    <a:pt x="1156" y="882"/>
                    <a:pt x="1217" y="730"/>
                    <a:pt x="1217" y="578"/>
                  </a:cubicBezTo>
                  <a:cubicBezTo>
                    <a:pt x="1217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5248850" y="1887850"/>
              <a:ext cx="30425" cy="293350"/>
            </a:xfrm>
            <a:custGeom>
              <a:rect b="b" l="l" r="r" t="t"/>
              <a:pathLst>
                <a:path extrusionOk="0" h="11734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70"/>
                    <a:pt x="0" y="4104"/>
                  </a:cubicBezTo>
                  <a:cubicBezTo>
                    <a:pt x="0" y="4439"/>
                    <a:pt x="274" y="471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65"/>
                    <a:pt x="0" y="7600"/>
                  </a:cubicBezTo>
                  <a:cubicBezTo>
                    <a:pt x="0" y="7934"/>
                    <a:pt x="27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518"/>
                  </a:moveTo>
                  <a:cubicBezTo>
                    <a:pt x="274" y="10518"/>
                    <a:pt x="0" y="10791"/>
                    <a:pt x="0" y="11126"/>
                  </a:cubicBezTo>
                  <a:cubicBezTo>
                    <a:pt x="0" y="11429"/>
                    <a:pt x="274" y="11703"/>
                    <a:pt x="608" y="11733"/>
                  </a:cubicBezTo>
                  <a:cubicBezTo>
                    <a:pt x="943" y="11733"/>
                    <a:pt x="1216" y="11490"/>
                    <a:pt x="1216" y="11126"/>
                  </a:cubicBezTo>
                  <a:cubicBezTo>
                    <a:pt x="1216" y="10791"/>
                    <a:pt x="943" y="10518"/>
                    <a:pt x="608" y="105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52488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5330150" y="1800475"/>
              <a:ext cx="30425" cy="380725"/>
            </a:xfrm>
            <a:custGeom>
              <a:rect b="b" l="l" r="r" t="t"/>
              <a:pathLst>
                <a:path extrusionOk="0" h="15229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12"/>
                    <a:pt x="274" y="1186"/>
                    <a:pt x="609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73" y="8207"/>
                    <a:pt x="1216" y="7934"/>
                    <a:pt x="1216" y="7599"/>
                  </a:cubicBezTo>
                  <a:cubicBezTo>
                    <a:pt x="1216" y="7265"/>
                    <a:pt x="973" y="6991"/>
                    <a:pt x="609" y="6991"/>
                  </a:cubicBezTo>
                  <a:close/>
                  <a:moveTo>
                    <a:pt x="609" y="10487"/>
                  </a:moveTo>
                  <a:cubicBezTo>
                    <a:pt x="274" y="10487"/>
                    <a:pt x="1" y="10760"/>
                    <a:pt x="1" y="11095"/>
                  </a:cubicBezTo>
                  <a:cubicBezTo>
                    <a:pt x="1" y="11429"/>
                    <a:pt x="274" y="11703"/>
                    <a:pt x="609" y="11703"/>
                  </a:cubicBezTo>
                  <a:cubicBezTo>
                    <a:pt x="973" y="11703"/>
                    <a:pt x="1216" y="11429"/>
                    <a:pt x="1216" y="11095"/>
                  </a:cubicBezTo>
                  <a:cubicBezTo>
                    <a:pt x="1216" y="10760"/>
                    <a:pt x="97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24"/>
                    <a:pt x="274" y="15198"/>
                    <a:pt x="609" y="15228"/>
                  </a:cubicBezTo>
                  <a:cubicBezTo>
                    <a:pt x="973" y="15228"/>
                    <a:pt x="1216" y="14985"/>
                    <a:pt x="1216" y="14621"/>
                  </a:cubicBezTo>
                  <a:cubicBezTo>
                    <a:pt x="1216" y="14286"/>
                    <a:pt x="973" y="14013"/>
                    <a:pt x="609" y="14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53301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3" y="183"/>
                  </a:cubicBezTo>
                  <a:cubicBezTo>
                    <a:pt x="92" y="274"/>
                    <a:pt x="1" y="426"/>
                    <a:pt x="1" y="578"/>
                  </a:cubicBezTo>
                  <a:cubicBezTo>
                    <a:pt x="1" y="730"/>
                    <a:pt x="92" y="882"/>
                    <a:pt x="21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00" y="1186"/>
                    <a:pt x="761" y="1156"/>
                    <a:pt x="852" y="1125"/>
                  </a:cubicBezTo>
                  <a:cubicBezTo>
                    <a:pt x="912" y="1125"/>
                    <a:pt x="1004" y="1034"/>
                    <a:pt x="1034" y="1004"/>
                  </a:cubicBezTo>
                  <a:cubicBezTo>
                    <a:pt x="1156" y="882"/>
                    <a:pt x="1216" y="730"/>
                    <a:pt x="1216" y="578"/>
                  </a:cubicBezTo>
                  <a:cubicBezTo>
                    <a:pt x="1216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5412225" y="1712325"/>
              <a:ext cx="30425" cy="468875"/>
            </a:xfrm>
            <a:custGeom>
              <a:rect b="b" l="l" r="r" t="t"/>
              <a:pathLst>
                <a:path extrusionOk="0" h="18755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  <a:moveTo>
                    <a:pt x="608" y="3526"/>
                  </a:moveTo>
                  <a:cubicBezTo>
                    <a:pt x="274" y="3526"/>
                    <a:pt x="0" y="3800"/>
                    <a:pt x="0" y="4134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3" y="4742"/>
                    <a:pt x="1216" y="4469"/>
                    <a:pt x="1216" y="4134"/>
                  </a:cubicBezTo>
                  <a:cubicBezTo>
                    <a:pt x="1216" y="3800"/>
                    <a:pt x="943" y="3526"/>
                    <a:pt x="608" y="3526"/>
                  </a:cubicBezTo>
                  <a:close/>
                  <a:moveTo>
                    <a:pt x="608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64"/>
                    <a:pt x="274" y="8238"/>
                    <a:pt x="608" y="8238"/>
                  </a:cubicBezTo>
                  <a:cubicBezTo>
                    <a:pt x="943" y="8238"/>
                    <a:pt x="1216" y="7964"/>
                    <a:pt x="1216" y="7630"/>
                  </a:cubicBezTo>
                  <a:cubicBezTo>
                    <a:pt x="1216" y="7295"/>
                    <a:pt x="943" y="7022"/>
                    <a:pt x="608" y="7022"/>
                  </a:cubicBezTo>
                  <a:close/>
                  <a:moveTo>
                    <a:pt x="608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33"/>
                    <a:pt x="608" y="11733"/>
                  </a:cubicBezTo>
                  <a:cubicBezTo>
                    <a:pt x="943" y="11733"/>
                    <a:pt x="1216" y="11460"/>
                    <a:pt x="1216" y="11125"/>
                  </a:cubicBezTo>
                  <a:cubicBezTo>
                    <a:pt x="1216" y="10791"/>
                    <a:pt x="943" y="10517"/>
                    <a:pt x="608" y="1051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55"/>
                    <a:pt x="274" y="15229"/>
                    <a:pt x="608" y="15229"/>
                  </a:cubicBezTo>
                  <a:cubicBezTo>
                    <a:pt x="943" y="15229"/>
                    <a:pt x="1216" y="14955"/>
                    <a:pt x="1216" y="14621"/>
                  </a:cubicBezTo>
                  <a:cubicBezTo>
                    <a:pt x="1216" y="14286"/>
                    <a:pt x="943" y="14013"/>
                    <a:pt x="608" y="14013"/>
                  </a:cubicBezTo>
                  <a:close/>
                  <a:moveTo>
                    <a:pt x="608" y="17539"/>
                  </a:moveTo>
                  <a:cubicBezTo>
                    <a:pt x="274" y="17539"/>
                    <a:pt x="0" y="17812"/>
                    <a:pt x="0" y="18147"/>
                  </a:cubicBezTo>
                  <a:cubicBezTo>
                    <a:pt x="0" y="18450"/>
                    <a:pt x="274" y="18724"/>
                    <a:pt x="608" y="18754"/>
                  </a:cubicBezTo>
                  <a:cubicBezTo>
                    <a:pt x="943" y="18754"/>
                    <a:pt x="1216" y="18511"/>
                    <a:pt x="1216" y="18147"/>
                  </a:cubicBezTo>
                  <a:cubicBezTo>
                    <a:pt x="1216" y="17812"/>
                    <a:pt x="943" y="17539"/>
                    <a:pt x="608" y="1753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54122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06" y="1"/>
                  </a:moveTo>
                  <a:cubicBezTo>
                    <a:pt x="567" y="1"/>
                    <a:pt x="527" y="7"/>
                    <a:pt x="487" y="20"/>
                  </a:cubicBezTo>
                  <a:cubicBezTo>
                    <a:pt x="456" y="20"/>
                    <a:pt x="395" y="50"/>
                    <a:pt x="365" y="50"/>
                  </a:cubicBezTo>
                  <a:cubicBezTo>
                    <a:pt x="335" y="50"/>
                    <a:pt x="304" y="50"/>
                    <a:pt x="274" y="81"/>
                  </a:cubicBezTo>
                  <a:cubicBezTo>
                    <a:pt x="274" y="111"/>
                    <a:pt x="213" y="111"/>
                    <a:pt x="183" y="172"/>
                  </a:cubicBezTo>
                  <a:cubicBezTo>
                    <a:pt x="61" y="263"/>
                    <a:pt x="0" y="415"/>
                    <a:pt x="0" y="567"/>
                  </a:cubicBezTo>
                  <a:cubicBezTo>
                    <a:pt x="0" y="719"/>
                    <a:pt x="61" y="871"/>
                    <a:pt x="183" y="993"/>
                  </a:cubicBezTo>
                  <a:cubicBezTo>
                    <a:pt x="304" y="1114"/>
                    <a:pt x="456" y="1175"/>
                    <a:pt x="608" y="1175"/>
                  </a:cubicBezTo>
                  <a:cubicBezTo>
                    <a:pt x="760" y="1175"/>
                    <a:pt x="912" y="1114"/>
                    <a:pt x="1064" y="993"/>
                  </a:cubicBezTo>
                  <a:cubicBezTo>
                    <a:pt x="1095" y="993"/>
                    <a:pt x="1095" y="962"/>
                    <a:pt x="1125" y="932"/>
                  </a:cubicBezTo>
                  <a:cubicBezTo>
                    <a:pt x="1125" y="871"/>
                    <a:pt x="1155" y="841"/>
                    <a:pt x="1155" y="810"/>
                  </a:cubicBezTo>
                  <a:cubicBezTo>
                    <a:pt x="1155" y="780"/>
                    <a:pt x="1216" y="719"/>
                    <a:pt x="1216" y="689"/>
                  </a:cubicBezTo>
                  <a:lnTo>
                    <a:pt x="1216" y="567"/>
                  </a:lnTo>
                  <a:cubicBezTo>
                    <a:pt x="1216" y="415"/>
                    <a:pt x="1125" y="263"/>
                    <a:pt x="1003" y="172"/>
                  </a:cubicBezTo>
                  <a:cubicBezTo>
                    <a:pt x="885" y="77"/>
                    <a:pt x="748" y="1"/>
                    <a:pt x="6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5493525" y="1624925"/>
              <a:ext cx="30425" cy="556275"/>
            </a:xfrm>
            <a:custGeom>
              <a:rect b="b" l="l" r="r" t="t"/>
              <a:pathLst>
                <a:path extrusionOk="0" h="22251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70"/>
                    <a:pt x="1" y="4104"/>
                  </a:cubicBezTo>
                  <a:cubicBezTo>
                    <a:pt x="1" y="4439"/>
                    <a:pt x="274" y="4712"/>
                    <a:pt x="609" y="4712"/>
                  </a:cubicBezTo>
                  <a:cubicBezTo>
                    <a:pt x="943" y="4712"/>
                    <a:pt x="1217" y="4439"/>
                    <a:pt x="1217" y="4104"/>
                  </a:cubicBezTo>
                  <a:cubicBezTo>
                    <a:pt x="1217" y="3770"/>
                    <a:pt x="943" y="3496"/>
                    <a:pt x="609" y="3496"/>
                  </a:cubicBezTo>
                  <a:close/>
                  <a:moveTo>
                    <a:pt x="609" y="7022"/>
                  </a:moveTo>
                  <a:cubicBezTo>
                    <a:pt x="274" y="7022"/>
                    <a:pt x="1" y="7296"/>
                    <a:pt x="1" y="7630"/>
                  </a:cubicBezTo>
                  <a:cubicBezTo>
                    <a:pt x="1" y="7934"/>
                    <a:pt x="274" y="8208"/>
                    <a:pt x="609" y="8238"/>
                  </a:cubicBezTo>
                  <a:cubicBezTo>
                    <a:pt x="943" y="8238"/>
                    <a:pt x="1217" y="7965"/>
                    <a:pt x="1217" y="7630"/>
                  </a:cubicBezTo>
                  <a:cubicBezTo>
                    <a:pt x="1217" y="7296"/>
                    <a:pt x="943" y="7022"/>
                    <a:pt x="609" y="7022"/>
                  </a:cubicBezTo>
                  <a:close/>
                  <a:moveTo>
                    <a:pt x="609" y="10518"/>
                  </a:moveTo>
                  <a:cubicBezTo>
                    <a:pt x="274" y="10518"/>
                    <a:pt x="1" y="10791"/>
                    <a:pt x="1" y="11126"/>
                  </a:cubicBezTo>
                  <a:cubicBezTo>
                    <a:pt x="1" y="11460"/>
                    <a:pt x="274" y="11734"/>
                    <a:pt x="609" y="11734"/>
                  </a:cubicBezTo>
                  <a:cubicBezTo>
                    <a:pt x="943" y="11734"/>
                    <a:pt x="1217" y="11460"/>
                    <a:pt x="1217" y="11126"/>
                  </a:cubicBezTo>
                  <a:cubicBezTo>
                    <a:pt x="1217" y="10791"/>
                    <a:pt x="943" y="10518"/>
                    <a:pt x="609" y="10518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7"/>
                    <a:pt x="1" y="14621"/>
                  </a:cubicBezTo>
                  <a:cubicBezTo>
                    <a:pt x="1" y="14956"/>
                    <a:pt x="274" y="15229"/>
                    <a:pt x="609" y="15229"/>
                  </a:cubicBezTo>
                  <a:cubicBezTo>
                    <a:pt x="943" y="15229"/>
                    <a:pt x="1217" y="14956"/>
                    <a:pt x="1217" y="14621"/>
                  </a:cubicBezTo>
                  <a:cubicBezTo>
                    <a:pt x="1217" y="14287"/>
                    <a:pt x="943" y="14013"/>
                    <a:pt x="609" y="14013"/>
                  </a:cubicBezTo>
                  <a:close/>
                  <a:moveTo>
                    <a:pt x="609" y="17509"/>
                  </a:moveTo>
                  <a:cubicBezTo>
                    <a:pt x="274" y="17509"/>
                    <a:pt x="1" y="17782"/>
                    <a:pt x="1" y="18117"/>
                  </a:cubicBezTo>
                  <a:cubicBezTo>
                    <a:pt x="1" y="18451"/>
                    <a:pt x="274" y="18725"/>
                    <a:pt x="609" y="18725"/>
                  </a:cubicBezTo>
                  <a:cubicBezTo>
                    <a:pt x="943" y="18725"/>
                    <a:pt x="1217" y="18451"/>
                    <a:pt x="1217" y="18117"/>
                  </a:cubicBezTo>
                  <a:cubicBezTo>
                    <a:pt x="1217" y="17782"/>
                    <a:pt x="943" y="17509"/>
                    <a:pt x="609" y="17509"/>
                  </a:cubicBezTo>
                  <a:close/>
                  <a:moveTo>
                    <a:pt x="609" y="21035"/>
                  </a:moveTo>
                  <a:cubicBezTo>
                    <a:pt x="274" y="21035"/>
                    <a:pt x="1" y="21308"/>
                    <a:pt x="1" y="21643"/>
                  </a:cubicBezTo>
                  <a:cubicBezTo>
                    <a:pt x="1" y="21946"/>
                    <a:pt x="274" y="22220"/>
                    <a:pt x="609" y="22250"/>
                  </a:cubicBezTo>
                  <a:cubicBezTo>
                    <a:pt x="943" y="22250"/>
                    <a:pt x="1217" y="22007"/>
                    <a:pt x="1217" y="21643"/>
                  </a:cubicBezTo>
                  <a:cubicBezTo>
                    <a:pt x="1217" y="21308"/>
                    <a:pt x="943" y="21035"/>
                    <a:pt x="609" y="2103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54935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23" y="1"/>
                  </a:moveTo>
                  <a:cubicBezTo>
                    <a:pt x="579" y="1"/>
                    <a:pt x="534" y="7"/>
                    <a:pt x="487" y="20"/>
                  </a:cubicBezTo>
                  <a:cubicBezTo>
                    <a:pt x="457" y="20"/>
                    <a:pt x="426" y="50"/>
                    <a:pt x="396" y="50"/>
                  </a:cubicBezTo>
                  <a:cubicBezTo>
                    <a:pt x="365" y="50"/>
                    <a:pt x="305" y="50"/>
                    <a:pt x="274" y="81"/>
                  </a:cubicBezTo>
                  <a:cubicBezTo>
                    <a:pt x="274" y="111"/>
                    <a:pt x="244" y="111"/>
                    <a:pt x="183" y="172"/>
                  </a:cubicBezTo>
                  <a:cubicBezTo>
                    <a:pt x="92" y="263"/>
                    <a:pt x="1" y="415"/>
                    <a:pt x="1" y="567"/>
                  </a:cubicBezTo>
                  <a:cubicBezTo>
                    <a:pt x="1" y="719"/>
                    <a:pt x="92" y="871"/>
                    <a:pt x="183" y="993"/>
                  </a:cubicBezTo>
                  <a:cubicBezTo>
                    <a:pt x="305" y="1114"/>
                    <a:pt x="457" y="1175"/>
                    <a:pt x="609" y="1175"/>
                  </a:cubicBezTo>
                  <a:cubicBezTo>
                    <a:pt x="761" y="1175"/>
                    <a:pt x="913" y="1114"/>
                    <a:pt x="1065" y="993"/>
                  </a:cubicBezTo>
                  <a:cubicBezTo>
                    <a:pt x="1095" y="993"/>
                    <a:pt x="1095" y="962"/>
                    <a:pt x="1156" y="932"/>
                  </a:cubicBezTo>
                  <a:cubicBezTo>
                    <a:pt x="1156" y="871"/>
                    <a:pt x="1186" y="841"/>
                    <a:pt x="1186" y="810"/>
                  </a:cubicBezTo>
                  <a:cubicBezTo>
                    <a:pt x="1217" y="780"/>
                    <a:pt x="1217" y="719"/>
                    <a:pt x="1217" y="689"/>
                  </a:cubicBezTo>
                  <a:lnTo>
                    <a:pt x="1217" y="567"/>
                  </a:lnTo>
                  <a:cubicBezTo>
                    <a:pt x="1217" y="415"/>
                    <a:pt x="1156" y="263"/>
                    <a:pt x="1034" y="172"/>
                  </a:cubicBezTo>
                  <a:cubicBezTo>
                    <a:pt x="915" y="77"/>
                    <a:pt x="778" y="1"/>
                    <a:pt x="6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5576350" y="1537550"/>
              <a:ext cx="30425" cy="643650"/>
            </a:xfrm>
            <a:custGeom>
              <a:rect b="b" l="l" r="r" t="t"/>
              <a:pathLst>
                <a:path extrusionOk="0" h="2574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18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3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43" y="4712"/>
                    <a:pt x="1217" y="4438"/>
                    <a:pt x="1217" y="4104"/>
                  </a:cubicBezTo>
                  <a:cubicBezTo>
                    <a:pt x="1217" y="3769"/>
                    <a:pt x="94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43" y="8207"/>
                    <a:pt x="1217" y="7934"/>
                    <a:pt x="1217" y="7599"/>
                  </a:cubicBezTo>
                  <a:cubicBezTo>
                    <a:pt x="1217" y="7265"/>
                    <a:pt x="943" y="6991"/>
                    <a:pt x="609" y="699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91"/>
                    <a:pt x="1" y="11125"/>
                  </a:cubicBezTo>
                  <a:cubicBezTo>
                    <a:pt x="1" y="11429"/>
                    <a:pt x="274" y="11703"/>
                    <a:pt x="609" y="11733"/>
                  </a:cubicBezTo>
                  <a:cubicBezTo>
                    <a:pt x="943" y="11733"/>
                    <a:pt x="1217" y="11460"/>
                    <a:pt x="1217" y="11125"/>
                  </a:cubicBezTo>
                  <a:cubicBezTo>
                    <a:pt x="1217" y="10791"/>
                    <a:pt x="943" y="10517"/>
                    <a:pt x="609" y="1051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55"/>
                    <a:pt x="274" y="15229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74" y="17508"/>
                    <a:pt x="1" y="17782"/>
                    <a:pt x="1" y="18116"/>
                  </a:cubicBezTo>
                  <a:cubicBezTo>
                    <a:pt x="1" y="18451"/>
                    <a:pt x="274" y="1872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74" y="21004"/>
                    <a:pt x="1" y="21277"/>
                    <a:pt x="1" y="21612"/>
                  </a:cubicBezTo>
                  <a:cubicBezTo>
                    <a:pt x="1" y="21946"/>
                    <a:pt x="27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530"/>
                  </a:moveTo>
                  <a:cubicBezTo>
                    <a:pt x="274" y="24530"/>
                    <a:pt x="1" y="24803"/>
                    <a:pt x="1" y="25138"/>
                  </a:cubicBezTo>
                  <a:cubicBezTo>
                    <a:pt x="1" y="25441"/>
                    <a:pt x="274" y="25715"/>
                    <a:pt x="609" y="25745"/>
                  </a:cubicBezTo>
                  <a:cubicBezTo>
                    <a:pt x="943" y="25745"/>
                    <a:pt x="1217" y="25502"/>
                    <a:pt x="1217" y="25138"/>
                  </a:cubicBezTo>
                  <a:cubicBezTo>
                    <a:pt x="1217" y="24803"/>
                    <a:pt x="943" y="24530"/>
                    <a:pt x="609" y="2453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557560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5658425" y="1450150"/>
              <a:ext cx="30425" cy="731050"/>
            </a:xfrm>
            <a:custGeom>
              <a:rect b="b" l="l" r="r" t="t"/>
              <a:pathLst>
                <a:path extrusionOk="0" h="29242" w="1217">
                  <a:moveTo>
                    <a:pt x="608" y="1"/>
                  </a:moveTo>
                  <a:cubicBezTo>
                    <a:pt x="244" y="1"/>
                    <a:pt x="1" y="274"/>
                    <a:pt x="1" y="609"/>
                  </a:cubicBezTo>
                  <a:cubicBezTo>
                    <a:pt x="1" y="913"/>
                    <a:pt x="244" y="1186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44" y="3496"/>
                    <a:pt x="1" y="3770"/>
                    <a:pt x="1" y="4104"/>
                  </a:cubicBezTo>
                  <a:cubicBezTo>
                    <a:pt x="1" y="4439"/>
                    <a:pt x="244" y="468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44" y="6992"/>
                    <a:pt x="1" y="7235"/>
                    <a:pt x="1" y="7600"/>
                  </a:cubicBezTo>
                  <a:cubicBezTo>
                    <a:pt x="1" y="7934"/>
                    <a:pt x="24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44" y="10487"/>
                    <a:pt x="1" y="10761"/>
                    <a:pt x="1" y="11095"/>
                  </a:cubicBezTo>
                  <a:cubicBezTo>
                    <a:pt x="1" y="11430"/>
                    <a:pt x="244" y="11703"/>
                    <a:pt x="608" y="11703"/>
                  </a:cubicBezTo>
                  <a:cubicBezTo>
                    <a:pt x="943" y="11703"/>
                    <a:pt x="1216" y="11430"/>
                    <a:pt x="1216" y="11095"/>
                  </a:cubicBezTo>
                  <a:cubicBezTo>
                    <a:pt x="1216" y="10761"/>
                    <a:pt x="943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44" y="14013"/>
                    <a:pt x="1" y="14287"/>
                    <a:pt x="1" y="14621"/>
                  </a:cubicBezTo>
                  <a:cubicBezTo>
                    <a:pt x="1" y="14925"/>
                    <a:pt x="244" y="15199"/>
                    <a:pt x="608" y="15229"/>
                  </a:cubicBezTo>
                  <a:cubicBezTo>
                    <a:pt x="943" y="15229"/>
                    <a:pt x="1216" y="14956"/>
                    <a:pt x="1216" y="14621"/>
                  </a:cubicBezTo>
                  <a:cubicBezTo>
                    <a:pt x="1216" y="14287"/>
                    <a:pt x="943" y="14013"/>
                    <a:pt x="608" y="14013"/>
                  </a:cubicBezTo>
                  <a:close/>
                  <a:moveTo>
                    <a:pt x="608" y="17509"/>
                  </a:moveTo>
                  <a:cubicBezTo>
                    <a:pt x="244" y="17509"/>
                    <a:pt x="1" y="17782"/>
                    <a:pt x="1" y="18117"/>
                  </a:cubicBezTo>
                  <a:cubicBezTo>
                    <a:pt x="1" y="18451"/>
                    <a:pt x="244" y="18725"/>
                    <a:pt x="608" y="18725"/>
                  </a:cubicBezTo>
                  <a:cubicBezTo>
                    <a:pt x="943" y="18725"/>
                    <a:pt x="1216" y="18451"/>
                    <a:pt x="1216" y="18117"/>
                  </a:cubicBezTo>
                  <a:cubicBezTo>
                    <a:pt x="1216" y="17782"/>
                    <a:pt x="943" y="17509"/>
                    <a:pt x="608" y="17509"/>
                  </a:cubicBezTo>
                  <a:close/>
                  <a:moveTo>
                    <a:pt x="608" y="21004"/>
                  </a:moveTo>
                  <a:cubicBezTo>
                    <a:pt x="244" y="21004"/>
                    <a:pt x="1" y="21278"/>
                    <a:pt x="1" y="21612"/>
                  </a:cubicBezTo>
                  <a:cubicBezTo>
                    <a:pt x="1" y="21947"/>
                    <a:pt x="244" y="22220"/>
                    <a:pt x="608" y="22220"/>
                  </a:cubicBezTo>
                  <a:cubicBezTo>
                    <a:pt x="943" y="22220"/>
                    <a:pt x="1216" y="21947"/>
                    <a:pt x="1216" y="21612"/>
                  </a:cubicBezTo>
                  <a:cubicBezTo>
                    <a:pt x="1216" y="21278"/>
                    <a:pt x="943" y="21004"/>
                    <a:pt x="608" y="21004"/>
                  </a:cubicBezTo>
                  <a:close/>
                  <a:moveTo>
                    <a:pt x="608" y="24500"/>
                  </a:moveTo>
                  <a:cubicBezTo>
                    <a:pt x="244" y="24500"/>
                    <a:pt x="1" y="24773"/>
                    <a:pt x="1" y="25108"/>
                  </a:cubicBezTo>
                  <a:cubicBezTo>
                    <a:pt x="1" y="25442"/>
                    <a:pt x="244" y="25716"/>
                    <a:pt x="608" y="25716"/>
                  </a:cubicBezTo>
                  <a:cubicBezTo>
                    <a:pt x="943" y="25716"/>
                    <a:pt x="1216" y="25442"/>
                    <a:pt x="1216" y="25108"/>
                  </a:cubicBezTo>
                  <a:cubicBezTo>
                    <a:pt x="1216" y="24773"/>
                    <a:pt x="943" y="24500"/>
                    <a:pt x="608" y="24500"/>
                  </a:cubicBezTo>
                  <a:close/>
                  <a:moveTo>
                    <a:pt x="608" y="28026"/>
                  </a:moveTo>
                  <a:cubicBezTo>
                    <a:pt x="244" y="28026"/>
                    <a:pt x="1" y="28299"/>
                    <a:pt x="1" y="28634"/>
                  </a:cubicBezTo>
                  <a:cubicBezTo>
                    <a:pt x="1" y="28937"/>
                    <a:pt x="244" y="29211"/>
                    <a:pt x="608" y="29241"/>
                  </a:cubicBezTo>
                  <a:cubicBezTo>
                    <a:pt x="943" y="29241"/>
                    <a:pt x="1216" y="28998"/>
                    <a:pt x="1216" y="28634"/>
                  </a:cubicBezTo>
                  <a:cubicBezTo>
                    <a:pt x="1216" y="28299"/>
                    <a:pt x="943" y="28026"/>
                    <a:pt x="608" y="2802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5656900" y="2238925"/>
              <a:ext cx="28900" cy="29650"/>
            </a:xfrm>
            <a:custGeom>
              <a:rect b="b" l="l" r="r" t="t"/>
              <a:pathLst>
                <a:path extrusionOk="0" h="1186" w="1156">
                  <a:moveTo>
                    <a:pt x="578" y="1"/>
                  </a:moveTo>
                  <a:cubicBezTo>
                    <a:pt x="426" y="1"/>
                    <a:pt x="274" y="61"/>
                    <a:pt x="153" y="183"/>
                  </a:cubicBezTo>
                  <a:cubicBezTo>
                    <a:pt x="122" y="183"/>
                    <a:pt x="122" y="213"/>
                    <a:pt x="92" y="244"/>
                  </a:cubicBezTo>
                  <a:cubicBezTo>
                    <a:pt x="92" y="274"/>
                    <a:pt x="62" y="335"/>
                    <a:pt x="62" y="365"/>
                  </a:cubicBezTo>
                  <a:cubicBezTo>
                    <a:pt x="62" y="396"/>
                    <a:pt x="1" y="426"/>
                    <a:pt x="1" y="487"/>
                  </a:cubicBezTo>
                  <a:lnTo>
                    <a:pt x="1" y="578"/>
                  </a:lnTo>
                  <a:cubicBezTo>
                    <a:pt x="1" y="730"/>
                    <a:pt x="92" y="882"/>
                    <a:pt x="214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669" y="1186"/>
                    <a:pt x="700" y="1156"/>
                    <a:pt x="669" y="1156"/>
                  </a:cubicBezTo>
                  <a:cubicBezTo>
                    <a:pt x="700" y="1156"/>
                    <a:pt x="730" y="1125"/>
                    <a:pt x="761" y="1125"/>
                  </a:cubicBezTo>
                  <a:cubicBezTo>
                    <a:pt x="821" y="1125"/>
                    <a:pt x="852" y="1125"/>
                    <a:pt x="882" y="1095"/>
                  </a:cubicBezTo>
                  <a:cubicBezTo>
                    <a:pt x="882" y="1034"/>
                    <a:pt x="913" y="1034"/>
                    <a:pt x="973" y="1004"/>
                  </a:cubicBezTo>
                  <a:cubicBezTo>
                    <a:pt x="1065" y="882"/>
                    <a:pt x="1156" y="730"/>
                    <a:pt x="1156" y="578"/>
                  </a:cubicBezTo>
                  <a:lnTo>
                    <a:pt x="1156" y="487"/>
                  </a:lnTo>
                  <a:cubicBezTo>
                    <a:pt x="1156" y="426"/>
                    <a:pt x="1125" y="396"/>
                    <a:pt x="1125" y="365"/>
                  </a:cubicBezTo>
                  <a:cubicBezTo>
                    <a:pt x="1125" y="304"/>
                    <a:pt x="1125" y="274"/>
                    <a:pt x="1065" y="244"/>
                  </a:cubicBezTo>
                  <a:lnTo>
                    <a:pt x="1004" y="183"/>
                  </a:lnTo>
                  <a:cubicBezTo>
                    <a:pt x="882" y="61"/>
                    <a:pt x="730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5739725" y="1362025"/>
              <a:ext cx="30425" cy="819175"/>
            </a:xfrm>
            <a:custGeom>
              <a:rect b="b" l="l" r="r" t="t"/>
              <a:pathLst>
                <a:path extrusionOk="0" h="3276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43"/>
                    <a:pt x="943" y="0"/>
                    <a:pt x="609" y="0"/>
                  </a:cubicBezTo>
                  <a:close/>
                  <a:moveTo>
                    <a:pt x="609" y="3526"/>
                  </a:moveTo>
                  <a:cubicBezTo>
                    <a:pt x="274" y="3526"/>
                    <a:pt x="1" y="3799"/>
                    <a:pt x="1" y="4134"/>
                  </a:cubicBezTo>
                  <a:cubicBezTo>
                    <a:pt x="1" y="4438"/>
                    <a:pt x="274" y="4711"/>
                    <a:pt x="609" y="4742"/>
                  </a:cubicBezTo>
                  <a:cubicBezTo>
                    <a:pt x="943" y="4742"/>
                    <a:pt x="1217" y="4468"/>
                    <a:pt x="1217" y="4134"/>
                  </a:cubicBezTo>
                  <a:cubicBezTo>
                    <a:pt x="1217" y="3799"/>
                    <a:pt x="943" y="3526"/>
                    <a:pt x="609" y="3526"/>
                  </a:cubicBezTo>
                  <a:close/>
                  <a:moveTo>
                    <a:pt x="609" y="7021"/>
                  </a:moveTo>
                  <a:cubicBezTo>
                    <a:pt x="274" y="7021"/>
                    <a:pt x="1" y="7295"/>
                    <a:pt x="1" y="7629"/>
                  </a:cubicBezTo>
                  <a:cubicBezTo>
                    <a:pt x="1" y="7964"/>
                    <a:pt x="274" y="8207"/>
                    <a:pt x="609" y="8237"/>
                  </a:cubicBezTo>
                  <a:cubicBezTo>
                    <a:pt x="943" y="8237"/>
                    <a:pt x="1217" y="7964"/>
                    <a:pt x="1217" y="7629"/>
                  </a:cubicBezTo>
                  <a:cubicBezTo>
                    <a:pt x="1217" y="7295"/>
                    <a:pt x="943" y="7021"/>
                    <a:pt x="609" y="702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60"/>
                    <a:pt x="1" y="11125"/>
                  </a:cubicBezTo>
                  <a:cubicBezTo>
                    <a:pt x="1" y="11459"/>
                    <a:pt x="274" y="11733"/>
                    <a:pt x="609" y="11733"/>
                  </a:cubicBezTo>
                  <a:cubicBezTo>
                    <a:pt x="943" y="11733"/>
                    <a:pt x="1217" y="11459"/>
                    <a:pt x="1217" y="11125"/>
                  </a:cubicBezTo>
                  <a:cubicBezTo>
                    <a:pt x="1217" y="10790"/>
                    <a:pt x="943" y="10517"/>
                    <a:pt x="609" y="10517"/>
                  </a:cubicBezTo>
                  <a:close/>
                  <a:moveTo>
                    <a:pt x="609" y="14012"/>
                  </a:moveTo>
                  <a:cubicBezTo>
                    <a:pt x="274" y="14012"/>
                    <a:pt x="1" y="14286"/>
                    <a:pt x="1" y="14620"/>
                  </a:cubicBezTo>
                  <a:cubicBezTo>
                    <a:pt x="1" y="14955"/>
                    <a:pt x="274" y="15228"/>
                    <a:pt x="609" y="15228"/>
                  </a:cubicBezTo>
                  <a:cubicBezTo>
                    <a:pt x="943" y="15228"/>
                    <a:pt x="1217" y="14955"/>
                    <a:pt x="1217" y="14620"/>
                  </a:cubicBezTo>
                  <a:cubicBezTo>
                    <a:pt x="1217" y="14286"/>
                    <a:pt x="943" y="14012"/>
                    <a:pt x="609" y="14012"/>
                  </a:cubicBezTo>
                  <a:close/>
                  <a:moveTo>
                    <a:pt x="609" y="17538"/>
                  </a:moveTo>
                  <a:cubicBezTo>
                    <a:pt x="274" y="17538"/>
                    <a:pt x="1" y="17812"/>
                    <a:pt x="1" y="18146"/>
                  </a:cubicBezTo>
                  <a:cubicBezTo>
                    <a:pt x="1" y="18450"/>
                    <a:pt x="274" y="18724"/>
                    <a:pt x="609" y="18754"/>
                  </a:cubicBezTo>
                  <a:cubicBezTo>
                    <a:pt x="943" y="18754"/>
                    <a:pt x="1217" y="18481"/>
                    <a:pt x="1217" y="18146"/>
                  </a:cubicBezTo>
                  <a:cubicBezTo>
                    <a:pt x="1217" y="17812"/>
                    <a:pt x="943" y="17538"/>
                    <a:pt x="609" y="17538"/>
                  </a:cubicBezTo>
                  <a:close/>
                  <a:moveTo>
                    <a:pt x="609" y="21034"/>
                  </a:moveTo>
                  <a:cubicBezTo>
                    <a:pt x="274" y="21034"/>
                    <a:pt x="1" y="21307"/>
                    <a:pt x="1" y="21642"/>
                  </a:cubicBezTo>
                  <a:cubicBezTo>
                    <a:pt x="1" y="21976"/>
                    <a:pt x="274" y="22250"/>
                    <a:pt x="609" y="22250"/>
                  </a:cubicBezTo>
                  <a:cubicBezTo>
                    <a:pt x="943" y="22250"/>
                    <a:pt x="1217" y="21976"/>
                    <a:pt x="1217" y="21642"/>
                  </a:cubicBezTo>
                  <a:cubicBezTo>
                    <a:pt x="1217" y="21307"/>
                    <a:pt x="943" y="21034"/>
                    <a:pt x="609" y="21034"/>
                  </a:cubicBezTo>
                  <a:close/>
                  <a:moveTo>
                    <a:pt x="609" y="24529"/>
                  </a:moveTo>
                  <a:cubicBezTo>
                    <a:pt x="274" y="24529"/>
                    <a:pt x="1" y="24803"/>
                    <a:pt x="1" y="25137"/>
                  </a:cubicBezTo>
                  <a:cubicBezTo>
                    <a:pt x="1" y="25472"/>
                    <a:pt x="274" y="25745"/>
                    <a:pt x="609" y="25745"/>
                  </a:cubicBezTo>
                  <a:cubicBezTo>
                    <a:pt x="943" y="25745"/>
                    <a:pt x="1217" y="25472"/>
                    <a:pt x="1217" y="25137"/>
                  </a:cubicBezTo>
                  <a:cubicBezTo>
                    <a:pt x="1217" y="24803"/>
                    <a:pt x="943" y="24529"/>
                    <a:pt x="609" y="24529"/>
                  </a:cubicBezTo>
                  <a:close/>
                  <a:moveTo>
                    <a:pt x="609" y="28025"/>
                  </a:moveTo>
                  <a:cubicBezTo>
                    <a:pt x="274" y="28025"/>
                    <a:pt x="1" y="28298"/>
                    <a:pt x="1" y="28633"/>
                  </a:cubicBezTo>
                  <a:cubicBezTo>
                    <a:pt x="1" y="28967"/>
                    <a:pt x="274" y="29241"/>
                    <a:pt x="609" y="29241"/>
                  </a:cubicBezTo>
                  <a:cubicBezTo>
                    <a:pt x="943" y="29241"/>
                    <a:pt x="1217" y="28967"/>
                    <a:pt x="1217" y="28633"/>
                  </a:cubicBezTo>
                  <a:cubicBezTo>
                    <a:pt x="1217" y="28298"/>
                    <a:pt x="943" y="28025"/>
                    <a:pt x="609" y="28025"/>
                  </a:cubicBezTo>
                  <a:close/>
                  <a:moveTo>
                    <a:pt x="609" y="31551"/>
                  </a:moveTo>
                  <a:cubicBezTo>
                    <a:pt x="274" y="31551"/>
                    <a:pt x="1" y="31824"/>
                    <a:pt x="1" y="32159"/>
                  </a:cubicBezTo>
                  <a:cubicBezTo>
                    <a:pt x="1" y="32462"/>
                    <a:pt x="274" y="32736"/>
                    <a:pt x="609" y="32766"/>
                  </a:cubicBezTo>
                  <a:cubicBezTo>
                    <a:pt x="943" y="32766"/>
                    <a:pt x="1217" y="32523"/>
                    <a:pt x="1217" y="32159"/>
                  </a:cubicBezTo>
                  <a:cubicBezTo>
                    <a:pt x="1217" y="31824"/>
                    <a:pt x="943" y="31551"/>
                    <a:pt x="609" y="3155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5738975" y="2239100"/>
              <a:ext cx="29650" cy="29475"/>
            </a:xfrm>
            <a:custGeom>
              <a:rect b="b" l="l" r="r" t="t"/>
              <a:pathLst>
                <a:path extrusionOk="0" h="1179" w="1186">
                  <a:moveTo>
                    <a:pt x="571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61" y="267"/>
                    <a:pt x="0" y="419"/>
                    <a:pt x="0" y="571"/>
                  </a:cubicBezTo>
                  <a:cubicBezTo>
                    <a:pt x="0" y="723"/>
                    <a:pt x="61" y="875"/>
                    <a:pt x="183" y="997"/>
                  </a:cubicBezTo>
                  <a:cubicBezTo>
                    <a:pt x="304" y="1118"/>
                    <a:pt x="456" y="1179"/>
                    <a:pt x="608" y="1179"/>
                  </a:cubicBezTo>
                  <a:cubicBezTo>
                    <a:pt x="669" y="1179"/>
                    <a:pt x="760" y="1149"/>
                    <a:pt x="791" y="1118"/>
                  </a:cubicBezTo>
                  <a:cubicBezTo>
                    <a:pt x="882" y="1118"/>
                    <a:pt x="943" y="1027"/>
                    <a:pt x="973" y="997"/>
                  </a:cubicBezTo>
                  <a:cubicBezTo>
                    <a:pt x="1095" y="875"/>
                    <a:pt x="1186" y="723"/>
                    <a:pt x="1186" y="571"/>
                  </a:cubicBezTo>
                  <a:lnTo>
                    <a:pt x="1186" y="480"/>
                  </a:lnTo>
                  <a:cubicBezTo>
                    <a:pt x="1186" y="419"/>
                    <a:pt x="1125" y="389"/>
                    <a:pt x="1125" y="358"/>
                  </a:cubicBezTo>
                  <a:cubicBezTo>
                    <a:pt x="1125" y="297"/>
                    <a:pt x="1125" y="267"/>
                    <a:pt x="1095" y="237"/>
                  </a:cubicBezTo>
                  <a:lnTo>
                    <a:pt x="1004" y="176"/>
                  </a:lnTo>
                  <a:cubicBezTo>
                    <a:pt x="1004" y="115"/>
                    <a:pt x="973" y="115"/>
                    <a:pt x="943" y="85"/>
                  </a:cubicBezTo>
                  <a:cubicBezTo>
                    <a:pt x="912" y="85"/>
                    <a:pt x="882" y="54"/>
                    <a:pt x="821" y="54"/>
                  </a:cubicBezTo>
                  <a:cubicBezTo>
                    <a:pt x="791" y="54"/>
                    <a:pt x="760" y="24"/>
                    <a:pt x="730" y="24"/>
                  </a:cubicBezTo>
                  <a:cubicBezTo>
                    <a:pt x="675" y="8"/>
                    <a:pt x="622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5821050" y="1274625"/>
              <a:ext cx="31175" cy="906575"/>
            </a:xfrm>
            <a:custGeom>
              <a:rect b="b" l="l" r="r" t="t"/>
              <a:pathLst>
                <a:path extrusionOk="0" h="36263" w="1247">
                  <a:moveTo>
                    <a:pt x="639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943"/>
                    <a:pt x="274" y="1216"/>
                    <a:pt x="639" y="1216"/>
                  </a:cubicBezTo>
                  <a:cubicBezTo>
                    <a:pt x="973" y="1216"/>
                    <a:pt x="1246" y="943"/>
                    <a:pt x="1246" y="608"/>
                  </a:cubicBezTo>
                  <a:cubicBezTo>
                    <a:pt x="1246" y="244"/>
                    <a:pt x="973" y="1"/>
                    <a:pt x="639" y="1"/>
                  </a:cubicBezTo>
                  <a:close/>
                  <a:moveTo>
                    <a:pt x="639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712"/>
                    <a:pt x="639" y="4712"/>
                  </a:cubicBezTo>
                  <a:cubicBezTo>
                    <a:pt x="973" y="4712"/>
                    <a:pt x="1246" y="4438"/>
                    <a:pt x="1246" y="4104"/>
                  </a:cubicBezTo>
                  <a:cubicBezTo>
                    <a:pt x="1246" y="3739"/>
                    <a:pt x="973" y="3496"/>
                    <a:pt x="639" y="3496"/>
                  </a:cubicBezTo>
                  <a:close/>
                  <a:moveTo>
                    <a:pt x="639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34"/>
                    <a:pt x="274" y="8207"/>
                    <a:pt x="639" y="8238"/>
                  </a:cubicBezTo>
                  <a:cubicBezTo>
                    <a:pt x="973" y="8238"/>
                    <a:pt x="1246" y="7964"/>
                    <a:pt x="1246" y="7630"/>
                  </a:cubicBezTo>
                  <a:cubicBezTo>
                    <a:pt x="1246" y="7295"/>
                    <a:pt x="973" y="7022"/>
                    <a:pt x="639" y="7022"/>
                  </a:cubicBezTo>
                  <a:close/>
                  <a:moveTo>
                    <a:pt x="639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03"/>
                    <a:pt x="639" y="11733"/>
                  </a:cubicBezTo>
                  <a:cubicBezTo>
                    <a:pt x="973" y="11733"/>
                    <a:pt x="1246" y="11460"/>
                    <a:pt x="1246" y="11125"/>
                  </a:cubicBezTo>
                  <a:cubicBezTo>
                    <a:pt x="1246" y="10791"/>
                    <a:pt x="973" y="10517"/>
                    <a:pt x="639" y="10517"/>
                  </a:cubicBezTo>
                  <a:close/>
                  <a:moveTo>
                    <a:pt x="639" y="14013"/>
                  </a:moveTo>
                  <a:cubicBezTo>
                    <a:pt x="274" y="14013"/>
                    <a:pt x="0" y="14256"/>
                    <a:pt x="0" y="14621"/>
                  </a:cubicBezTo>
                  <a:cubicBezTo>
                    <a:pt x="0" y="14955"/>
                    <a:pt x="274" y="15229"/>
                    <a:pt x="639" y="15229"/>
                  </a:cubicBezTo>
                  <a:cubicBezTo>
                    <a:pt x="973" y="15229"/>
                    <a:pt x="1246" y="14955"/>
                    <a:pt x="1246" y="14621"/>
                  </a:cubicBezTo>
                  <a:cubicBezTo>
                    <a:pt x="1246" y="14286"/>
                    <a:pt x="973" y="14013"/>
                    <a:pt x="639" y="14013"/>
                  </a:cubicBezTo>
                  <a:close/>
                  <a:moveTo>
                    <a:pt x="639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724"/>
                    <a:pt x="639" y="18724"/>
                  </a:cubicBezTo>
                  <a:cubicBezTo>
                    <a:pt x="973" y="18724"/>
                    <a:pt x="1246" y="18451"/>
                    <a:pt x="1246" y="18116"/>
                  </a:cubicBezTo>
                  <a:cubicBezTo>
                    <a:pt x="1246" y="17782"/>
                    <a:pt x="973" y="17508"/>
                    <a:pt x="639" y="17508"/>
                  </a:cubicBezTo>
                  <a:close/>
                  <a:moveTo>
                    <a:pt x="639" y="21034"/>
                  </a:moveTo>
                  <a:cubicBezTo>
                    <a:pt x="274" y="21034"/>
                    <a:pt x="0" y="21308"/>
                    <a:pt x="0" y="21642"/>
                  </a:cubicBezTo>
                  <a:cubicBezTo>
                    <a:pt x="0" y="21946"/>
                    <a:pt x="274" y="22220"/>
                    <a:pt x="639" y="22250"/>
                  </a:cubicBezTo>
                  <a:cubicBezTo>
                    <a:pt x="973" y="22250"/>
                    <a:pt x="1246" y="21977"/>
                    <a:pt x="1246" y="21642"/>
                  </a:cubicBezTo>
                  <a:cubicBezTo>
                    <a:pt x="1246" y="21308"/>
                    <a:pt x="973" y="21034"/>
                    <a:pt x="639" y="21034"/>
                  </a:cubicBezTo>
                  <a:close/>
                  <a:moveTo>
                    <a:pt x="639" y="24530"/>
                  </a:moveTo>
                  <a:cubicBezTo>
                    <a:pt x="274" y="24530"/>
                    <a:pt x="0" y="24803"/>
                    <a:pt x="0" y="25138"/>
                  </a:cubicBezTo>
                  <a:cubicBezTo>
                    <a:pt x="0" y="25472"/>
                    <a:pt x="274" y="25746"/>
                    <a:pt x="639" y="25746"/>
                  </a:cubicBezTo>
                  <a:cubicBezTo>
                    <a:pt x="973" y="25746"/>
                    <a:pt x="1246" y="25472"/>
                    <a:pt x="1246" y="25138"/>
                  </a:cubicBezTo>
                  <a:cubicBezTo>
                    <a:pt x="1246" y="24803"/>
                    <a:pt x="973" y="24530"/>
                    <a:pt x="639" y="24530"/>
                  </a:cubicBezTo>
                  <a:close/>
                  <a:moveTo>
                    <a:pt x="639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68"/>
                    <a:pt x="274" y="29241"/>
                    <a:pt x="639" y="29241"/>
                  </a:cubicBezTo>
                  <a:cubicBezTo>
                    <a:pt x="973" y="29241"/>
                    <a:pt x="1246" y="28968"/>
                    <a:pt x="1246" y="28633"/>
                  </a:cubicBezTo>
                  <a:cubicBezTo>
                    <a:pt x="1246" y="28299"/>
                    <a:pt x="973" y="28025"/>
                    <a:pt x="639" y="28025"/>
                  </a:cubicBezTo>
                  <a:close/>
                  <a:moveTo>
                    <a:pt x="639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39" y="32737"/>
                  </a:cubicBezTo>
                  <a:cubicBezTo>
                    <a:pt x="973" y="32737"/>
                    <a:pt x="1246" y="32463"/>
                    <a:pt x="1246" y="32129"/>
                  </a:cubicBezTo>
                  <a:cubicBezTo>
                    <a:pt x="1246" y="31794"/>
                    <a:pt x="973" y="31521"/>
                    <a:pt x="639" y="31521"/>
                  </a:cubicBezTo>
                  <a:close/>
                  <a:moveTo>
                    <a:pt x="639" y="35047"/>
                  </a:moveTo>
                  <a:cubicBezTo>
                    <a:pt x="274" y="35047"/>
                    <a:pt x="0" y="35320"/>
                    <a:pt x="0" y="35655"/>
                  </a:cubicBezTo>
                  <a:cubicBezTo>
                    <a:pt x="0" y="35958"/>
                    <a:pt x="274" y="36232"/>
                    <a:pt x="639" y="36262"/>
                  </a:cubicBezTo>
                  <a:cubicBezTo>
                    <a:pt x="973" y="36262"/>
                    <a:pt x="1246" y="36019"/>
                    <a:pt x="1246" y="35655"/>
                  </a:cubicBezTo>
                  <a:cubicBezTo>
                    <a:pt x="1246" y="35320"/>
                    <a:pt x="973" y="35047"/>
                    <a:pt x="639" y="3504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582105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65" y="31"/>
                  </a:cubicBezTo>
                  <a:cubicBezTo>
                    <a:pt x="335" y="31"/>
                    <a:pt x="274" y="31"/>
                    <a:pt x="243" y="62"/>
                  </a:cubicBezTo>
                  <a:cubicBezTo>
                    <a:pt x="243" y="92"/>
                    <a:pt x="213" y="92"/>
                    <a:pt x="152" y="122"/>
                  </a:cubicBezTo>
                  <a:cubicBezTo>
                    <a:pt x="122" y="122"/>
                    <a:pt x="122" y="183"/>
                    <a:pt x="91" y="214"/>
                  </a:cubicBezTo>
                  <a:cubicBezTo>
                    <a:pt x="91" y="244"/>
                    <a:pt x="61" y="274"/>
                    <a:pt x="61" y="335"/>
                  </a:cubicBezTo>
                  <a:cubicBezTo>
                    <a:pt x="61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61" y="761"/>
                    <a:pt x="61" y="791"/>
                  </a:cubicBezTo>
                  <a:cubicBezTo>
                    <a:pt x="61" y="822"/>
                    <a:pt x="61" y="852"/>
                    <a:pt x="9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99" y="1156"/>
                    <a:pt x="760" y="1126"/>
                    <a:pt x="821" y="1095"/>
                  </a:cubicBezTo>
                  <a:cubicBezTo>
                    <a:pt x="882" y="1095"/>
                    <a:pt x="973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125" y="822"/>
                    <a:pt x="1125" y="791"/>
                  </a:cubicBezTo>
                  <a:cubicBezTo>
                    <a:pt x="1125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26"/>
                  </a:lnTo>
                  <a:cubicBezTo>
                    <a:pt x="1155" y="396"/>
                    <a:pt x="1125" y="366"/>
                    <a:pt x="1125" y="335"/>
                  </a:cubicBezTo>
                  <a:cubicBezTo>
                    <a:pt x="1125" y="274"/>
                    <a:pt x="1125" y="244"/>
                    <a:pt x="1064" y="214"/>
                  </a:cubicBezTo>
                  <a:lnTo>
                    <a:pt x="1003" y="122"/>
                  </a:lnTo>
                  <a:cubicBezTo>
                    <a:pt x="1003" y="92"/>
                    <a:pt x="973" y="92"/>
                    <a:pt x="912" y="62"/>
                  </a:cubicBezTo>
                  <a:cubicBezTo>
                    <a:pt x="882" y="62"/>
                    <a:pt x="851" y="31"/>
                    <a:pt x="821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5903100" y="1187250"/>
              <a:ext cx="29675" cy="993950"/>
            </a:xfrm>
            <a:custGeom>
              <a:rect b="b" l="l" r="r" t="t"/>
              <a:pathLst>
                <a:path extrusionOk="0" h="39758" w="1187">
                  <a:moveTo>
                    <a:pt x="578" y="0"/>
                  </a:moveTo>
                  <a:cubicBezTo>
                    <a:pt x="275" y="0"/>
                    <a:pt x="1" y="243"/>
                    <a:pt x="1" y="608"/>
                  </a:cubicBezTo>
                  <a:cubicBezTo>
                    <a:pt x="1" y="942"/>
                    <a:pt x="275" y="1155"/>
                    <a:pt x="578" y="1185"/>
                  </a:cubicBezTo>
                  <a:cubicBezTo>
                    <a:pt x="913" y="1185"/>
                    <a:pt x="1186" y="942"/>
                    <a:pt x="1186" y="608"/>
                  </a:cubicBezTo>
                  <a:cubicBezTo>
                    <a:pt x="1186" y="243"/>
                    <a:pt x="913" y="0"/>
                    <a:pt x="578" y="0"/>
                  </a:cubicBezTo>
                  <a:close/>
                  <a:moveTo>
                    <a:pt x="578" y="3496"/>
                  </a:moveTo>
                  <a:cubicBezTo>
                    <a:pt x="275" y="3496"/>
                    <a:pt x="1" y="3739"/>
                    <a:pt x="1" y="4103"/>
                  </a:cubicBezTo>
                  <a:cubicBezTo>
                    <a:pt x="1" y="4438"/>
                    <a:pt x="275" y="4711"/>
                    <a:pt x="578" y="4711"/>
                  </a:cubicBezTo>
                  <a:cubicBezTo>
                    <a:pt x="913" y="4711"/>
                    <a:pt x="1186" y="4438"/>
                    <a:pt x="1186" y="4103"/>
                  </a:cubicBezTo>
                  <a:cubicBezTo>
                    <a:pt x="1186" y="3739"/>
                    <a:pt x="913" y="3496"/>
                    <a:pt x="578" y="3496"/>
                  </a:cubicBezTo>
                  <a:close/>
                  <a:moveTo>
                    <a:pt x="578" y="6991"/>
                  </a:moveTo>
                  <a:cubicBezTo>
                    <a:pt x="275" y="6991"/>
                    <a:pt x="1" y="7234"/>
                    <a:pt x="1" y="7599"/>
                  </a:cubicBezTo>
                  <a:cubicBezTo>
                    <a:pt x="1" y="7933"/>
                    <a:pt x="275" y="8207"/>
                    <a:pt x="578" y="8207"/>
                  </a:cubicBezTo>
                  <a:cubicBezTo>
                    <a:pt x="913" y="8207"/>
                    <a:pt x="1186" y="7933"/>
                    <a:pt x="1186" y="7599"/>
                  </a:cubicBezTo>
                  <a:cubicBezTo>
                    <a:pt x="1186" y="7234"/>
                    <a:pt x="913" y="6991"/>
                    <a:pt x="578" y="6991"/>
                  </a:cubicBezTo>
                  <a:close/>
                  <a:moveTo>
                    <a:pt x="578" y="10517"/>
                  </a:moveTo>
                  <a:cubicBezTo>
                    <a:pt x="275" y="10517"/>
                    <a:pt x="1" y="10790"/>
                    <a:pt x="1" y="11125"/>
                  </a:cubicBezTo>
                  <a:cubicBezTo>
                    <a:pt x="1" y="11429"/>
                    <a:pt x="275" y="11702"/>
                    <a:pt x="578" y="11733"/>
                  </a:cubicBezTo>
                  <a:cubicBezTo>
                    <a:pt x="913" y="11733"/>
                    <a:pt x="1186" y="11459"/>
                    <a:pt x="1186" y="11125"/>
                  </a:cubicBezTo>
                  <a:cubicBezTo>
                    <a:pt x="1186" y="10790"/>
                    <a:pt x="913" y="10517"/>
                    <a:pt x="578" y="10517"/>
                  </a:cubicBezTo>
                  <a:close/>
                  <a:moveTo>
                    <a:pt x="578" y="14012"/>
                  </a:moveTo>
                  <a:cubicBezTo>
                    <a:pt x="275" y="14012"/>
                    <a:pt x="1" y="14286"/>
                    <a:pt x="1" y="14620"/>
                  </a:cubicBezTo>
                  <a:cubicBezTo>
                    <a:pt x="1" y="14955"/>
                    <a:pt x="275" y="15198"/>
                    <a:pt x="578" y="15228"/>
                  </a:cubicBezTo>
                  <a:cubicBezTo>
                    <a:pt x="913" y="15228"/>
                    <a:pt x="1186" y="14955"/>
                    <a:pt x="1186" y="14620"/>
                  </a:cubicBezTo>
                  <a:cubicBezTo>
                    <a:pt x="1186" y="14286"/>
                    <a:pt x="913" y="14012"/>
                    <a:pt x="578" y="14012"/>
                  </a:cubicBezTo>
                  <a:close/>
                  <a:moveTo>
                    <a:pt x="578" y="17508"/>
                  </a:moveTo>
                  <a:cubicBezTo>
                    <a:pt x="275" y="17508"/>
                    <a:pt x="1" y="17751"/>
                    <a:pt x="1" y="18116"/>
                  </a:cubicBezTo>
                  <a:cubicBezTo>
                    <a:pt x="1" y="18450"/>
                    <a:pt x="275" y="18724"/>
                    <a:pt x="578" y="18724"/>
                  </a:cubicBezTo>
                  <a:cubicBezTo>
                    <a:pt x="913" y="18724"/>
                    <a:pt x="1186" y="18450"/>
                    <a:pt x="1186" y="18116"/>
                  </a:cubicBezTo>
                  <a:cubicBezTo>
                    <a:pt x="1186" y="17781"/>
                    <a:pt x="913" y="17508"/>
                    <a:pt x="578" y="17508"/>
                  </a:cubicBezTo>
                  <a:close/>
                  <a:moveTo>
                    <a:pt x="578" y="21003"/>
                  </a:moveTo>
                  <a:cubicBezTo>
                    <a:pt x="275" y="21003"/>
                    <a:pt x="1" y="21277"/>
                    <a:pt x="1" y="21611"/>
                  </a:cubicBezTo>
                  <a:cubicBezTo>
                    <a:pt x="1" y="21946"/>
                    <a:pt x="275" y="22219"/>
                    <a:pt x="578" y="22219"/>
                  </a:cubicBezTo>
                  <a:cubicBezTo>
                    <a:pt x="913" y="22219"/>
                    <a:pt x="1186" y="21946"/>
                    <a:pt x="1186" y="21611"/>
                  </a:cubicBezTo>
                  <a:cubicBezTo>
                    <a:pt x="1186" y="21277"/>
                    <a:pt x="913" y="21003"/>
                    <a:pt x="578" y="21003"/>
                  </a:cubicBezTo>
                  <a:close/>
                  <a:moveTo>
                    <a:pt x="578" y="24529"/>
                  </a:moveTo>
                  <a:cubicBezTo>
                    <a:pt x="275" y="24529"/>
                    <a:pt x="1" y="24803"/>
                    <a:pt x="1" y="25137"/>
                  </a:cubicBezTo>
                  <a:cubicBezTo>
                    <a:pt x="1" y="25441"/>
                    <a:pt x="275" y="25715"/>
                    <a:pt x="578" y="25745"/>
                  </a:cubicBezTo>
                  <a:cubicBezTo>
                    <a:pt x="913" y="25745"/>
                    <a:pt x="1186" y="25472"/>
                    <a:pt x="1186" y="25137"/>
                  </a:cubicBezTo>
                  <a:cubicBezTo>
                    <a:pt x="1186" y="24803"/>
                    <a:pt x="913" y="24529"/>
                    <a:pt x="578" y="24529"/>
                  </a:cubicBezTo>
                  <a:close/>
                  <a:moveTo>
                    <a:pt x="578" y="28025"/>
                  </a:moveTo>
                  <a:cubicBezTo>
                    <a:pt x="275" y="28025"/>
                    <a:pt x="1" y="28298"/>
                    <a:pt x="1" y="28633"/>
                  </a:cubicBezTo>
                  <a:cubicBezTo>
                    <a:pt x="1" y="28967"/>
                    <a:pt x="275" y="29241"/>
                    <a:pt x="578" y="29241"/>
                  </a:cubicBezTo>
                  <a:cubicBezTo>
                    <a:pt x="913" y="29241"/>
                    <a:pt x="1186" y="28967"/>
                    <a:pt x="1186" y="28633"/>
                  </a:cubicBezTo>
                  <a:cubicBezTo>
                    <a:pt x="1186" y="28298"/>
                    <a:pt x="913" y="28025"/>
                    <a:pt x="578" y="28025"/>
                  </a:cubicBezTo>
                  <a:close/>
                  <a:moveTo>
                    <a:pt x="578" y="31520"/>
                  </a:moveTo>
                  <a:cubicBezTo>
                    <a:pt x="275" y="31520"/>
                    <a:pt x="1" y="31794"/>
                    <a:pt x="1" y="32128"/>
                  </a:cubicBezTo>
                  <a:cubicBezTo>
                    <a:pt x="1" y="32463"/>
                    <a:pt x="275" y="32736"/>
                    <a:pt x="578" y="32736"/>
                  </a:cubicBezTo>
                  <a:cubicBezTo>
                    <a:pt x="913" y="32736"/>
                    <a:pt x="1186" y="32463"/>
                    <a:pt x="1186" y="32128"/>
                  </a:cubicBezTo>
                  <a:cubicBezTo>
                    <a:pt x="1186" y="31794"/>
                    <a:pt x="913" y="31520"/>
                    <a:pt x="578" y="31520"/>
                  </a:cubicBezTo>
                  <a:close/>
                  <a:moveTo>
                    <a:pt x="578" y="35016"/>
                  </a:moveTo>
                  <a:cubicBezTo>
                    <a:pt x="275" y="35016"/>
                    <a:pt x="1" y="35289"/>
                    <a:pt x="1" y="35624"/>
                  </a:cubicBezTo>
                  <a:cubicBezTo>
                    <a:pt x="1" y="35958"/>
                    <a:pt x="275" y="36232"/>
                    <a:pt x="578" y="36232"/>
                  </a:cubicBezTo>
                  <a:cubicBezTo>
                    <a:pt x="913" y="36232"/>
                    <a:pt x="1186" y="35958"/>
                    <a:pt x="1186" y="35624"/>
                  </a:cubicBezTo>
                  <a:cubicBezTo>
                    <a:pt x="1186" y="35289"/>
                    <a:pt x="913" y="35016"/>
                    <a:pt x="578" y="35016"/>
                  </a:cubicBezTo>
                  <a:close/>
                  <a:moveTo>
                    <a:pt x="578" y="38542"/>
                  </a:moveTo>
                  <a:cubicBezTo>
                    <a:pt x="275" y="38542"/>
                    <a:pt x="1" y="38815"/>
                    <a:pt x="1" y="39150"/>
                  </a:cubicBezTo>
                  <a:cubicBezTo>
                    <a:pt x="1" y="39453"/>
                    <a:pt x="275" y="39727"/>
                    <a:pt x="578" y="39757"/>
                  </a:cubicBezTo>
                  <a:cubicBezTo>
                    <a:pt x="913" y="39757"/>
                    <a:pt x="1186" y="39514"/>
                    <a:pt x="1186" y="39150"/>
                  </a:cubicBezTo>
                  <a:cubicBezTo>
                    <a:pt x="1186" y="38815"/>
                    <a:pt x="913" y="38542"/>
                    <a:pt x="578" y="3854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59031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72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92" y="267"/>
                    <a:pt x="1" y="419"/>
                    <a:pt x="1" y="571"/>
                  </a:cubicBezTo>
                  <a:cubicBezTo>
                    <a:pt x="1" y="723"/>
                    <a:pt x="92" y="875"/>
                    <a:pt x="183" y="997"/>
                  </a:cubicBezTo>
                  <a:cubicBezTo>
                    <a:pt x="305" y="1118"/>
                    <a:pt x="457" y="1179"/>
                    <a:pt x="609" y="1179"/>
                  </a:cubicBezTo>
                  <a:cubicBezTo>
                    <a:pt x="761" y="1179"/>
                    <a:pt x="913" y="1118"/>
                    <a:pt x="1034" y="997"/>
                  </a:cubicBezTo>
                  <a:cubicBezTo>
                    <a:pt x="1126" y="875"/>
                    <a:pt x="1217" y="723"/>
                    <a:pt x="1217" y="571"/>
                  </a:cubicBezTo>
                  <a:cubicBezTo>
                    <a:pt x="1217" y="419"/>
                    <a:pt x="1126" y="267"/>
                    <a:pt x="1034" y="176"/>
                  </a:cubicBezTo>
                  <a:cubicBezTo>
                    <a:pt x="1034" y="115"/>
                    <a:pt x="974" y="115"/>
                    <a:pt x="943" y="85"/>
                  </a:cubicBezTo>
                  <a:cubicBezTo>
                    <a:pt x="913" y="85"/>
                    <a:pt x="882" y="54"/>
                    <a:pt x="822" y="54"/>
                  </a:cubicBezTo>
                  <a:cubicBezTo>
                    <a:pt x="791" y="54"/>
                    <a:pt x="761" y="24"/>
                    <a:pt x="730" y="24"/>
                  </a:cubicBezTo>
                  <a:cubicBezTo>
                    <a:pt x="675" y="8"/>
                    <a:pt x="623" y="1"/>
                    <a:pt x="5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5985175" y="1099850"/>
              <a:ext cx="30425" cy="1081350"/>
            </a:xfrm>
            <a:custGeom>
              <a:rect b="b" l="l" r="r" t="t"/>
              <a:pathLst>
                <a:path extrusionOk="0" h="43254" w="1217">
                  <a:moveTo>
                    <a:pt x="609" y="1"/>
                  </a:moveTo>
                  <a:cubicBezTo>
                    <a:pt x="244" y="1"/>
                    <a:pt x="1" y="244"/>
                    <a:pt x="1" y="608"/>
                  </a:cubicBezTo>
                  <a:cubicBezTo>
                    <a:pt x="1" y="882"/>
                    <a:pt x="244" y="1156"/>
                    <a:pt x="609" y="1186"/>
                  </a:cubicBezTo>
                  <a:cubicBezTo>
                    <a:pt x="943" y="1186"/>
                    <a:pt x="1217" y="943"/>
                    <a:pt x="1217" y="608"/>
                  </a:cubicBezTo>
                  <a:cubicBezTo>
                    <a:pt x="1217" y="24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44" y="3496"/>
                    <a:pt x="1" y="3739"/>
                    <a:pt x="1" y="4104"/>
                  </a:cubicBezTo>
                  <a:cubicBezTo>
                    <a:pt x="1" y="4438"/>
                    <a:pt x="244" y="4651"/>
                    <a:pt x="609" y="4681"/>
                  </a:cubicBezTo>
                  <a:cubicBezTo>
                    <a:pt x="943" y="4681"/>
                    <a:pt x="1217" y="4438"/>
                    <a:pt x="1217" y="4104"/>
                  </a:cubicBezTo>
                  <a:cubicBezTo>
                    <a:pt x="1217" y="3739"/>
                    <a:pt x="943" y="3496"/>
                    <a:pt x="609" y="3496"/>
                  </a:cubicBezTo>
                  <a:close/>
                  <a:moveTo>
                    <a:pt x="609" y="6992"/>
                  </a:moveTo>
                  <a:cubicBezTo>
                    <a:pt x="244" y="6992"/>
                    <a:pt x="1" y="7235"/>
                    <a:pt x="1" y="7599"/>
                  </a:cubicBezTo>
                  <a:cubicBezTo>
                    <a:pt x="1" y="7902"/>
                    <a:pt x="200" y="8155"/>
                    <a:pt x="509" y="8155"/>
                  </a:cubicBezTo>
                  <a:cubicBezTo>
                    <a:pt x="541" y="8155"/>
                    <a:pt x="574" y="8152"/>
                    <a:pt x="609" y="8147"/>
                  </a:cubicBezTo>
                  <a:cubicBezTo>
                    <a:pt x="943" y="8147"/>
                    <a:pt x="1217" y="7934"/>
                    <a:pt x="1217" y="7599"/>
                  </a:cubicBezTo>
                  <a:cubicBezTo>
                    <a:pt x="1217" y="7235"/>
                    <a:pt x="943" y="6992"/>
                    <a:pt x="609" y="6992"/>
                  </a:cubicBezTo>
                  <a:close/>
                  <a:moveTo>
                    <a:pt x="609" y="10487"/>
                  </a:moveTo>
                  <a:cubicBezTo>
                    <a:pt x="244" y="10487"/>
                    <a:pt x="1" y="10730"/>
                    <a:pt x="1" y="11095"/>
                  </a:cubicBezTo>
                  <a:cubicBezTo>
                    <a:pt x="1" y="11429"/>
                    <a:pt x="244" y="11703"/>
                    <a:pt x="609" y="11703"/>
                  </a:cubicBezTo>
                  <a:cubicBezTo>
                    <a:pt x="943" y="11703"/>
                    <a:pt x="1217" y="11429"/>
                    <a:pt x="1217" y="11095"/>
                  </a:cubicBezTo>
                  <a:cubicBezTo>
                    <a:pt x="1217" y="10730"/>
                    <a:pt x="94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44" y="14013"/>
                    <a:pt x="1" y="14286"/>
                    <a:pt x="1" y="14621"/>
                  </a:cubicBezTo>
                  <a:cubicBezTo>
                    <a:pt x="1" y="14925"/>
                    <a:pt x="244" y="15198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44" y="17508"/>
                    <a:pt x="1" y="17782"/>
                    <a:pt x="1" y="18116"/>
                  </a:cubicBezTo>
                  <a:cubicBezTo>
                    <a:pt x="1" y="18451"/>
                    <a:pt x="244" y="1869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44" y="21004"/>
                    <a:pt x="1" y="21247"/>
                    <a:pt x="1" y="21612"/>
                  </a:cubicBezTo>
                  <a:cubicBezTo>
                    <a:pt x="1" y="21946"/>
                    <a:pt x="24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499"/>
                  </a:moveTo>
                  <a:cubicBezTo>
                    <a:pt x="244" y="24499"/>
                    <a:pt x="1" y="24773"/>
                    <a:pt x="1" y="25107"/>
                  </a:cubicBezTo>
                  <a:cubicBezTo>
                    <a:pt x="1" y="25442"/>
                    <a:pt x="244" y="25715"/>
                    <a:pt x="609" y="25715"/>
                  </a:cubicBezTo>
                  <a:cubicBezTo>
                    <a:pt x="943" y="25715"/>
                    <a:pt x="1217" y="25442"/>
                    <a:pt x="1217" y="25107"/>
                  </a:cubicBezTo>
                  <a:cubicBezTo>
                    <a:pt x="1217" y="24773"/>
                    <a:pt x="943" y="24499"/>
                    <a:pt x="609" y="24499"/>
                  </a:cubicBezTo>
                  <a:close/>
                  <a:moveTo>
                    <a:pt x="609" y="28025"/>
                  </a:moveTo>
                  <a:cubicBezTo>
                    <a:pt x="244" y="28025"/>
                    <a:pt x="1" y="28299"/>
                    <a:pt x="1" y="28633"/>
                  </a:cubicBezTo>
                  <a:cubicBezTo>
                    <a:pt x="1" y="28937"/>
                    <a:pt x="244" y="29211"/>
                    <a:pt x="609" y="29241"/>
                  </a:cubicBezTo>
                  <a:cubicBezTo>
                    <a:pt x="943" y="29241"/>
                    <a:pt x="1217" y="28968"/>
                    <a:pt x="1217" y="28633"/>
                  </a:cubicBezTo>
                  <a:cubicBezTo>
                    <a:pt x="1217" y="28299"/>
                    <a:pt x="943" y="28025"/>
                    <a:pt x="609" y="28025"/>
                  </a:cubicBezTo>
                  <a:close/>
                  <a:moveTo>
                    <a:pt x="609" y="31521"/>
                  </a:moveTo>
                  <a:cubicBezTo>
                    <a:pt x="244" y="31521"/>
                    <a:pt x="1" y="31794"/>
                    <a:pt x="1" y="32129"/>
                  </a:cubicBezTo>
                  <a:cubicBezTo>
                    <a:pt x="1" y="32463"/>
                    <a:pt x="244" y="32737"/>
                    <a:pt x="609" y="32737"/>
                  </a:cubicBezTo>
                  <a:cubicBezTo>
                    <a:pt x="943" y="32737"/>
                    <a:pt x="1217" y="32463"/>
                    <a:pt x="1217" y="32129"/>
                  </a:cubicBezTo>
                  <a:cubicBezTo>
                    <a:pt x="1217" y="31794"/>
                    <a:pt x="943" y="31521"/>
                    <a:pt x="609" y="31521"/>
                  </a:cubicBezTo>
                  <a:close/>
                  <a:moveTo>
                    <a:pt x="609" y="35016"/>
                  </a:moveTo>
                  <a:cubicBezTo>
                    <a:pt x="244" y="35016"/>
                    <a:pt x="1" y="35290"/>
                    <a:pt x="1" y="35624"/>
                  </a:cubicBezTo>
                  <a:cubicBezTo>
                    <a:pt x="1" y="35959"/>
                    <a:pt x="244" y="36232"/>
                    <a:pt x="609" y="36232"/>
                  </a:cubicBezTo>
                  <a:cubicBezTo>
                    <a:pt x="943" y="36232"/>
                    <a:pt x="1217" y="35959"/>
                    <a:pt x="1217" y="35624"/>
                  </a:cubicBezTo>
                  <a:cubicBezTo>
                    <a:pt x="1217" y="35290"/>
                    <a:pt x="943" y="35016"/>
                    <a:pt x="609" y="35016"/>
                  </a:cubicBezTo>
                  <a:close/>
                  <a:moveTo>
                    <a:pt x="609" y="38512"/>
                  </a:moveTo>
                  <a:cubicBezTo>
                    <a:pt x="244" y="38512"/>
                    <a:pt x="1" y="38785"/>
                    <a:pt x="1" y="39120"/>
                  </a:cubicBezTo>
                  <a:cubicBezTo>
                    <a:pt x="1" y="39454"/>
                    <a:pt x="244" y="39728"/>
                    <a:pt x="609" y="39728"/>
                  </a:cubicBezTo>
                  <a:cubicBezTo>
                    <a:pt x="943" y="39728"/>
                    <a:pt x="1217" y="39454"/>
                    <a:pt x="1217" y="39120"/>
                  </a:cubicBezTo>
                  <a:cubicBezTo>
                    <a:pt x="1217" y="38785"/>
                    <a:pt x="943" y="38512"/>
                    <a:pt x="609" y="38512"/>
                  </a:cubicBezTo>
                  <a:close/>
                  <a:moveTo>
                    <a:pt x="609" y="42038"/>
                  </a:moveTo>
                  <a:cubicBezTo>
                    <a:pt x="244" y="42038"/>
                    <a:pt x="1" y="42311"/>
                    <a:pt x="1" y="42646"/>
                  </a:cubicBezTo>
                  <a:cubicBezTo>
                    <a:pt x="1" y="42949"/>
                    <a:pt x="244" y="43223"/>
                    <a:pt x="609" y="43253"/>
                  </a:cubicBezTo>
                  <a:cubicBezTo>
                    <a:pt x="943" y="43253"/>
                    <a:pt x="1217" y="43010"/>
                    <a:pt x="1217" y="42646"/>
                  </a:cubicBezTo>
                  <a:cubicBezTo>
                    <a:pt x="1217" y="42311"/>
                    <a:pt x="943" y="42038"/>
                    <a:pt x="609" y="4203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5985950" y="2239675"/>
              <a:ext cx="28125" cy="28900"/>
            </a:xfrm>
            <a:custGeom>
              <a:rect b="b" l="l" r="r" t="t"/>
              <a:pathLst>
                <a:path extrusionOk="0" h="1156" w="1125">
                  <a:moveTo>
                    <a:pt x="456" y="1"/>
                  </a:moveTo>
                  <a:cubicBezTo>
                    <a:pt x="426" y="1"/>
                    <a:pt x="365" y="31"/>
                    <a:pt x="334" y="31"/>
                  </a:cubicBezTo>
                  <a:cubicBezTo>
                    <a:pt x="304" y="31"/>
                    <a:pt x="274" y="31"/>
                    <a:pt x="213" y="62"/>
                  </a:cubicBezTo>
                  <a:cubicBezTo>
                    <a:pt x="213" y="92"/>
                    <a:pt x="182" y="92"/>
                    <a:pt x="152" y="122"/>
                  </a:cubicBezTo>
                  <a:cubicBezTo>
                    <a:pt x="122" y="122"/>
                    <a:pt x="122" y="183"/>
                    <a:pt x="61" y="214"/>
                  </a:cubicBezTo>
                  <a:cubicBezTo>
                    <a:pt x="61" y="244"/>
                    <a:pt x="30" y="274"/>
                    <a:pt x="30" y="335"/>
                  </a:cubicBezTo>
                  <a:cubicBezTo>
                    <a:pt x="0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30" y="761"/>
                    <a:pt x="30" y="791"/>
                  </a:cubicBezTo>
                  <a:cubicBezTo>
                    <a:pt x="30" y="822"/>
                    <a:pt x="30" y="852"/>
                    <a:pt x="6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38" y="1156"/>
                    <a:pt x="730" y="1126"/>
                    <a:pt x="790" y="1095"/>
                  </a:cubicBezTo>
                  <a:cubicBezTo>
                    <a:pt x="882" y="1095"/>
                    <a:pt x="942" y="1004"/>
                    <a:pt x="973" y="974"/>
                  </a:cubicBezTo>
                  <a:cubicBezTo>
                    <a:pt x="1003" y="974"/>
                    <a:pt x="1003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25" y="700"/>
                    <a:pt x="1125" y="670"/>
                  </a:cubicBezTo>
                  <a:lnTo>
                    <a:pt x="1125" y="548"/>
                  </a:lnTo>
                  <a:lnTo>
                    <a:pt x="1125" y="426"/>
                  </a:lnTo>
                  <a:cubicBezTo>
                    <a:pt x="112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973" y="122"/>
                  </a:lnTo>
                  <a:cubicBezTo>
                    <a:pt x="973" y="92"/>
                    <a:pt x="942" y="92"/>
                    <a:pt x="912" y="62"/>
                  </a:cubicBezTo>
                  <a:cubicBezTo>
                    <a:pt x="882" y="62"/>
                    <a:pt x="821" y="31"/>
                    <a:pt x="790" y="31"/>
                  </a:cubicBezTo>
                  <a:cubicBezTo>
                    <a:pt x="760" y="31"/>
                    <a:pt x="730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066500" y="1013225"/>
              <a:ext cx="30400" cy="28150"/>
            </a:xfrm>
            <a:custGeom>
              <a:rect b="b" l="l" r="r" t="t"/>
              <a:pathLst>
                <a:path extrusionOk="0" h="1126" w="1216">
                  <a:moveTo>
                    <a:pt x="486" y="0"/>
                  </a:moveTo>
                  <a:cubicBezTo>
                    <a:pt x="456" y="0"/>
                    <a:pt x="426" y="31"/>
                    <a:pt x="395" y="31"/>
                  </a:cubicBezTo>
                  <a:cubicBezTo>
                    <a:pt x="334" y="31"/>
                    <a:pt x="304" y="31"/>
                    <a:pt x="274" y="61"/>
                  </a:cubicBezTo>
                  <a:lnTo>
                    <a:pt x="182" y="152"/>
                  </a:lnTo>
                  <a:cubicBezTo>
                    <a:pt x="91" y="274"/>
                    <a:pt x="0" y="426"/>
                    <a:pt x="0" y="548"/>
                  </a:cubicBezTo>
                  <a:cubicBezTo>
                    <a:pt x="0" y="700"/>
                    <a:pt x="91" y="882"/>
                    <a:pt x="182" y="973"/>
                  </a:cubicBezTo>
                  <a:cubicBezTo>
                    <a:pt x="182" y="1034"/>
                    <a:pt x="243" y="1034"/>
                    <a:pt x="274" y="1064"/>
                  </a:cubicBezTo>
                  <a:cubicBezTo>
                    <a:pt x="304" y="1064"/>
                    <a:pt x="334" y="1095"/>
                    <a:pt x="395" y="1095"/>
                  </a:cubicBezTo>
                  <a:cubicBezTo>
                    <a:pt x="426" y="1095"/>
                    <a:pt x="456" y="1125"/>
                    <a:pt x="486" y="1125"/>
                  </a:cubicBezTo>
                  <a:lnTo>
                    <a:pt x="730" y="1125"/>
                  </a:lnTo>
                  <a:cubicBezTo>
                    <a:pt x="760" y="1125"/>
                    <a:pt x="790" y="1095"/>
                    <a:pt x="851" y="1095"/>
                  </a:cubicBezTo>
                  <a:cubicBezTo>
                    <a:pt x="882" y="1095"/>
                    <a:pt x="912" y="1095"/>
                    <a:pt x="942" y="1064"/>
                  </a:cubicBezTo>
                  <a:lnTo>
                    <a:pt x="1034" y="973"/>
                  </a:lnTo>
                  <a:cubicBezTo>
                    <a:pt x="1155" y="852"/>
                    <a:pt x="1216" y="700"/>
                    <a:pt x="1216" y="548"/>
                  </a:cubicBezTo>
                  <a:cubicBezTo>
                    <a:pt x="1216" y="426"/>
                    <a:pt x="1155" y="244"/>
                    <a:pt x="1034" y="152"/>
                  </a:cubicBezTo>
                  <a:cubicBezTo>
                    <a:pt x="1034" y="92"/>
                    <a:pt x="1003" y="92"/>
                    <a:pt x="942" y="61"/>
                  </a:cubicBezTo>
                  <a:cubicBezTo>
                    <a:pt x="912" y="61"/>
                    <a:pt x="882" y="31"/>
                    <a:pt x="851" y="31"/>
                  </a:cubicBezTo>
                  <a:cubicBezTo>
                    <a:pt x="790" y="31"/>
                    <a:pt x="760" y="0"/>
                    <a:pt x="7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066500" y="1099850"/>
              <a:ext cx="30400" cy="1081350"/>
            </a:xfrm>
            <a:custGeom>
              <a:rect b="b" l="l" r="r" t="t"/>
              <a:pathLst>
                <a:path extrusionOk="0" h="43254" w="1216">
                  <a:moveTo>
                    <a:pt x="608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882"/>
                    <a:pt x="274" y="1156"/>
                    <a:pt x="608" y="1186"/>
                  </a:cubicBezTo>
                  <a:cubicBezTo>
                    <a:pt x="942" y="1186"/>
                    <a:pt x="1216" y="943"/>
                    <a:pt x="1216" y="608"/>
                  </a:cubicBezTo>
                  <a:cubicBezTo>
                    <a:pt x="1216" y="244"/>
                    <a:pt x="942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651"/>
                    <a:pt x="608" y="4681"/>
                  </a:cubicBezTo>
                  <a:cubicBezTo>
                    <a:pt x="942" y="4681"/>
                    <a:pt x="1216" y="4438"/>
                    <a:pt x="1216" y="4104"/>
                  </a:cubicBezTo>
                  <a:cubicBezTo>
                    <a:pt x="1216" y="3739"/>
                    <a:pt x="942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35"/>
                    <a:pt x="0" y="7599"/>
                  </a:cubicBezTo>
                  <a:cubicBezTo>
                    <a:pt x="0" y="7902"/>
                    <a:pt x="224" y="8155"/>
                    <a:pt x="515" y="8155"/>
                  </a:cubicBezTo>
                  <a:cubicBezTo>
                    <a:pt x="545" y="8155"/>
                    <a:pt x="576" y="8152"/>
                    <a:pt x="608" y="8147"/>
                  </a:cubicBezTo>
                  <a:cubicBezTo>
                    <a:pt x="942" y="8147"/>
                    <a:pt x="1216" y="7934"/>
                    <a:pt x="1216" y="7599"/>
                  </a:cubicBezTo>
                  <a:cubicBezTo>
                    <a:pt x="1216" y="7235"/>
                    <a:pt x="942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74" y="10487"/>
                    <a:pt x="0" y="10730"/>
                    <a:pt x="0" y="11095"/>
                  </a:cubicBezTo>
                  <a:cubicBezTo>
                    <a:pt x="0" y="11429"/>
                    <a:pt x="274" y="11703"/>
                    <a:pt x="608" y="11703"/>
                  </a:cubicBezTo>
                  <a:cubicBezTo>
                    <a:pt x="942" y="11703"/>
                    <a:pt x="1216" y="11429"/>
                    <a:pt x="1216" y="11095"/>
                  </a:cubicBezTo>
                  <a:cubicBezTo>
                    <a:pt x="1216" y="10730"/>
                    <a:pt x="942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25"/>
                    <a:pt x="274" y="15198"/>
                    <a:pt x="608" y="15229"/>
                  </a:cubicBezTo>
                  <a:cubicBezTo>
                    <a:pt x="942" y="15229"/>
                    <a:pt x="1216" y="14955"/>
                    <a:pt x="1216" y="14621"/>
                  </a:cubicBezTo>
                  <a:cubicBezTo>
                    <a:pt x="1216" y="14286"/>
                    <a:pt x="942" y="14013"/>
                    <a:pt x="608" y="14013"/>
                  </a:cubicBezTo>
                  <a:close/>
                  <a:moveTo>
                    <a:pt x="608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694"/>
                    <a:pt x="608" y="18724"/>
                  </a:cubicBezTo>
                  <a:cubicBezTo>
                    <a:pt x="942" y="18724"/>
                    <a:pt x="1216" y="18451"/>
                    <a:pt x="1216" y="18116"/>
                  </a:cubicBezTo>
                  <a:cubicBezTo>
                    <a:pt x="1216" y="17782"/>
                    <a:pt x="942" y="17508"/>
                    <a:pt x="608" y="17508"/>
                  </a:cubicBezTo>
                  <a:close/>
                  <a:moveTo>
                    <a:pt x="608" y="21004"/>
                  </a:moveTo>
                  <a:cubicBezTo>
                    <a:pt x="274" y="21004"/>
                    <a:pt x="0" y="21247"/>
                    <a:pt x="0" y="21612"/>
                  </a:cubicBezTo>
                  <a:cubicBezTo>
                    <a:pt x="0" y="21946"/>
                    <a:pt x="274" y="22220"/>
                    <a:pt x="608" y="22220"/>
                  </a:cubicBezTo>
                  <a:cubicBezTo>
                    <a:pt x="942" y="22220"/>
                    <a:pt x="1216" y="21946"/>
                    <a:pt x="1216" y="21612"/>
                  </a:cubicBezTo>
                  <a:cubicBezTo>
                    <a:pt x="1216" y="21277"/>
                    <a:pt x="942" y="21004"/>
                    <a:pt x="608" y="21004"/>
                  </a:cubicBezTo>
                  <a:close/>
                  <a:moveTo>
                    <a:pt x="608" y="24499"/>
                  </a:moveTo>
                  <a:cubicBezTo>
                    <a:pt x="274" y="24499"/>
                    <a:pt x="0" y="24773"/>
                    <a:pt x="0" y="25107"/>
                  </a:cubicBezTo>
                  <a:cubicBezTo>
                    <a:pt x="0" y="25442"/>
                    <a:pt x="274" y="25715"/>
                    <a:pt x="608" y="25715"/>
                  </a:cubicBezTo>
                  <a:cubicBezTo>
                    <a:pt x="942" y="25715"/>
                    <a:pt x="1216" y="25442"/>
                    <a:pt x="1216" y="25107"/>
                  </a:cubicBezTo>
                  <a:cubicBezTo>
                    <a:pt x="1216" y="24773"/>
                    <a:pt x="942" y="24499"/>
                    <a:pt x="608" y="24499"/>
                  </a:cubicBezTo>
                  <a:close/>
                  <a:moveTo>
                    <a:pt x="608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37"/>
                    <a:pt x="274" y="29211"/>
                    <a:pt x="608" y="29241"/>
                  </a:cubicBezTo>
                  <a:cubicBezTo>
                    <a:pt x="942" y="29241"/>
                    <a:pt x="1216" y="28968"/>
                    <a:pt x="1216" y="28633"/>
                  </a:cubicBezTo>
                  <a:cubicBezTo>
                    <a:pt x="1216" y="28299"/>
                    <a:pt x="942" y="28025"/>
                    <a:pt x="608" y="28025"/>
                  </a:cubicBezTo>
                  <a:close/>
                  <a:moveTo>
                    <a:pt x="608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08" y="32737"/>
                  </a:cubicBezTo>
                  <a:cubicBezTo>
                    <a:pt x="942" y="32737"/>
                    <a:pt x="1216" y="32463"/>
                    <a:pt x="1216" y="32129"/>
                  </a:cubicBezTo>
                  <a:cubicBezTo>
                    <a:pt x="1216" y="31794"/>
                    <a:pt x="942" y="31521"/>
                    <a:pt x="608" y="31521"/>
                  </a:cubicBezTo>
                  <a:close/>
                  <a:moveTo>
                    <a:pt x="608" y="35016"/>
                  </a:moveTo>
                  <a:cubicBezTo>
                    <a:pt x="274" y="35016"/>
                    <a:pt x="0" y="35290"/>
                    <a:pt x="0" y="35624"/>
                  </a:cubicBezTo>
                  <a:cubicBezTo>
                    <a:pt x="0" y="35959"/>
                    <a:pt x="274" y="36232"/>
                    <a:pt x="608" y="36232"/>
                  </a:cubicBezTo>
                  <a:cubicBezTo>
                    <a:pt x="942" y="36232"/>
                    <a:pt x="1216" y="35959"/>
                    <a:pt x="1216" y="35624"/>
                  </a:cubicBezTo>
                  <a:cubicBezTo>
                    <a:pt x="1216" y="35290"/>
                    <a:pt x="942" y="35016"/>
                    <a:pt x="608" y="35016"/>
                  </a:cubicBezTo>
                  <a:close/>
                  <a:moveTo>
                    <a:pt x="608" y="38512"/>
                  </a:moveTo>
                  <a:cubicBezTo>
                    <a:pt x="274" y="38512"/>
                    <a:pt x="0" y="38785"/>
                    <a:pt x="0" y="39120"/>
                  </a:cubicBezTo>
                  <a:cubicBezTo>
                    <a:pt x="0" y="39454"/>
                    <a:pt x="274" y="39728"/>
                    <a:pt x="608" y="39728"/>
                  </a:cubicBezTo>
                  <a:cubicBezTo>
                    <a:pt x="942" y="39728"/>
                    <a:pt x="1216" y="39454"/>
                    <a:pt x="1216" y="39120"/>
                  </a:cubicBezTo>
                  <a:cubicBezTo>
                    <a:pt x="1216" y="38785"/>
                    <a:pt x="942" y="38512"/>
                    <a:pt x="608" y="38512"/>
                  </a:cubicBezTo>
                  <a:close/>
                  <a:moveTo>
                    <a:pt x="608" y="42038"/>
                  </a:moveTo>
                  <a:cubicBezTo>
                    <a:pt x="274" y="42038"/>
                    <a:pt x="0" y="42311"/>
                    <a:pt x="0" y="42646"/>
                  </a:cubicBezTo>
                  <a:cubicBezTo>
                    <a:pt x="0" y="42949"/>
                    <a:pt x="274" y="43223"/>
                    <a:pt x="608" y="43253"/>
                  </a:cubicBezTo>
                  <a:cubicBezTo>
                    <a:pt x="942" y="43253"/>
                    <a:pt x="1216" y="43010"/>
                    <a:pt x="1216" y="42646"/>
                  </a:cubicBezTo>
                  <a:cubicBezTo>
                    <a:pt x="1216" y="42311"/>
                    <a:pt x="942" y="42038"/>
                    <a:pt x="608" y="4203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06650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34" y="31"/>
                  </a:cubicBezTo>
                  <a:cubicBezTo>
                    <a:pt x="304" y="31"/>
                    <a:pt x="274" y="31"/>
                    <a:pt x="243" y="62"/>
                  </a:cubicBezTo>
                  <a:lnTo>
                    <a:pt x="152" y="153"/>
                  </a:lnTo>
                  <a:cubicBezTo>
                    <a:pt x="122" y="153"/>
                    <a:pt x="122" y="183"/>
                    <a:pt x="91" y="214"/>
                  </a:cubicBezTo>
                  <a:cubicBezTo>
                    <a:pt x="91" y="244"/>
                    <a:pt x="30" y="305"/>
                    <a:pt x="30" y="335"/>
                  </a:cubicBezTo>
                  <a:cubicBezTo>
                    <a:pt x="0" y="366"/>
                    <a:pt x="0" y="396"/>
                    <a:pt x="0" y="457"/>
                  </a:cubicBezTo>
                  <a:lnTo>
                    <a:pt x="0" y="548"/>
                  </a:lnTo>
                  <a:cubicBezTo>
                    <a:pt x="0" y="700"/>
                    <a:pt x="91" y="852"/>
                    <a:pt x="182" y="974"/>
                  </a:cubicBezTo>
                  <a:cubicBezTo>
                    <a:pt x="304" y="1095"/>
                    <a:pt x="456" y="1156"/>
                    <a:pt x="608" y="1156"/>
                  </a:cubicBezTo>
                  <a:cubicBezTo>
                    <a:pt x="699" y="1156"/>
                    <a:pt x="760" y="1126"/>
                    <a:pt x="790" y="1095"/>
                  </a:cubicBezTo>
                  <a:cubicBezTo>
                    <a:pt x="882" y="1095"/>
                    <a:pt x="942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57"/>
                  </a:lnTo>
                  <a:cubicBezTo>
                    <a:pt x="115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1003" y="153"/>
                  </a:lnTo>
                  <a:cubicBezTo>
                    <a:pt x="1003" y="92"/>
                    <a:pt x="942" y="92"/>
                    <a:pt x="912" y="62"/>
                  </a:cubicBezTo>
                  <a:cubicBezTo>
                    <a:pt x="882" y="62"/>
                    <a:pt x="851" y="31"/>
                    <a:pt x="790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720000" y="1354375"/>
            <a:ext cx="34095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8" name="Google Shape;338;p15"/>
          <p:cNvSpPr txBox="1"/>
          <p:nvPr>
            <p:ph idx="1" type="subTitle"/>
          </p:nvPr>
        </p:nvSpPr>
        <p:spPr>
          <a:xfrm>
            <a:off x="720000" y="2986350"/>
            <a:ext cx="34095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15"/>
          <p:cNvSpPr/>
          <p:nvPr>
            <p:ph idx="2" type="pic"/>
          </p:nvPr>
        </p:nvSpPr>
        <p:spPr>
          <a:xfrm>
            <a:off x="4797450" y="651300"/>
            <a:ext cx="3633300" cy="3840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40" name="Google Shape;340;p15"/>
          <p:cNvGrpSpPr/>
          <p:nvPr/>
        </p:nvGrpSpPr>
        <p:grpSpPr>
          <a:xfrm>
            <a:off x="232836" y="4334692"/>
            <a:ext cx="1676211" cy="1602661"/>
            <a:chOff x="6595375" y="1675850"/>
            <a:chExt cx="1229525" cy="1175575"/>
          </a:xfrm>
        </p:grpSpPr>
        <p:sp>
          <p:nvSpPr>
            <p:cNvPr id="341" name="Google Shape;341;p15"/>
            <p:cNvSpPr/>
            <p:nvPr/>
          </p:nvSpPr>
          <p:spPr>
            <a:xfrm>
              <a:off x="6595375" y="1675850"/>
              <a:ext cx="1229525" cy="1175575"/>
            </a:xfrm>
            <a:custGeom>
              <a:rect b="b" l="l" r="r" t="t"/>
              <a:pathLst>
                <a:path extrusionOk="0" fill="none" h="47023" w="49181">
                  <a:moveTo>
                    <a:pt x="44956" y="11763"/>
                  </a:moveTo>
                  <a:lnTo>
                    <a:pt x="44956" y="11763"/>
                  </a:lnTo>
                  <a:cubicBezTo>
                    <a:pt x="40731" y="4499"/>
                    <a:pt x="32980" y="0"/>
                    <a:pt x="24591" y="0"/>
                  </a:cubicBezTo>
                  <a:lnTo>
                    <a:pt x="24591" y="0"/>
                  </a:lnTo>
                  <a:cubicBezTo>
                    <a:pt x="16201" y="0"/>
                    <a:pt x="8450" y="4499"/>
                    <a:pt x="4225" y="11763"/>
                  </a:cubicBezTo>
                  <a:lnTo>
                    <a:pt x="4225" y="11763"/>
                  </a:lnTo>
                  <a:cubicBezTo>
                    <a:pt x="0" y="18998"/>
                    <a:pt x="0" y="27964"/>
                    <a:pt x="4225" y="35259"/>
                  </a:cubicBezTo>
                  <a:lnTo>
                    <a:pt x="4225" y="35259"/>
                  </a:lnTo>
                  <a:cubicBezTo>
                    <a:pt x="8450" y="42524"/>
                    <a:pt x="16201" y="47022"/>
                    <a:pt x="24591" y="47022"/>
                  </a:cubicBezTo>
                  <a:lnTo>
                    <a:pt x="24591" y="47022"/>
                  </a:lnTo>
                  <a:cubicBezTo>
                    <a:pt x="32980" y="47022"/>
                    <a:pt x="40731" y="42524"/>
                    <a:pt x="44956" y="35259"/>
                  </a:cubicBezTo>
                  <a:lnTo>
                    <a:pt x="44956" y="35259"/>
                  </a:lnTo>
                  <a:cubicBezTo>
                    <a:pt x="49181" y="27964"/>
                    <a:pt x="49181" y="18998"/>
                    <a:pt x="44956" y="11763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6727600" y="1801225"/>
              <a:ext cx="965075" cy="923300"/>
            </a:xfrm>
            <a:custGeom>
              <a:rect b="b" l="l" r="r" t="t"/>
              <a:pathLst>
                <a:path extrusionOk="0" fill="none" h="36932" w="38603">
                  <a:moveTo>
                    <a:pt x="35290" y="9241"/>
                  </a:moveTo>
                  <a:lnTo>
                    <a:pt x="35290" y="9241"/>
                  </a:lnTo>
                  <a:cubicBezTo>
                    <a:pt x="32007" y="3557"/>
                    <a:pt x="25928" y="1"/>
                    <a:pt x="19302" y="1"/>
                  </a:cubicBezTo>
                  <a:lnTo>
                    <a:pt x="19302" y="1"/>
                  </a:lnTo>
                  <a:cubicBezTo>
                    <a:pt x="12706" y="1"/>
                    <a:pt x="6627" y="3557"/>
                    <a:pt x="3313" y="9241"/>
                  </a:cubicBezTo>
                  <a:lnTo>
                    <a:pt x="3313" y="9241"/>
                  </a:lnTo>
                  <a:cubicBezTo>
                    <a:pt x="0" y="14955"/>
                    <a:pt x="0" y="22007"/>
                    <a:pt x="3313" y="27721"/>
                  </a:cubicBezTo>
                  <a:lnTo>
                    <a:pt x="3313" y="27721"/>
                  </a:lnTo>
                  <a:cubicBezTo>
                    <a:pt x="6627" y="33405"/>
                    <a:pt x="12706" y="36931"/>
                    <a:pt x="19302" y="36931"/>
                  </a:cubicBezTo>
                  <a:lnTo>
                    <a:pt x="19302" y="36931"/>
                  </a:lnTo>
                  <a:cubicBezTo>
                    <a:pt x="25928" y="36931"/>
                    <a:pt x="32007" y="33405"/>
                    <a:pt x="35290" y="27721"/>
                  </a:cubicBezTo>
                  <a:lnTo>
                    <a:pt x="35290" y="27721"/>
                  </a:lnTo>
                  <a:cubicBezTo>
                    <a:pt x="38603" y="22007"/>
                    <a:pt x="38603" y="14986"/>
                    <a:pt x="35290" y="924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6856025" y="1922800"/>
              <a:ext cx="710525" cy="681650"/>
            </a:xfrm>
            <a:custGeom>
              <a:rect b="b" l="l" r="r" t="t"/>
              <a:pathLst>
                <a:path extrusionOk="0" fill="none" h="27266" w="28421">
                  <a:moveTo>
                    <a:pt x="25989" y="6810"/>
                  </a:moveTo>
                  <a:lnTo>
                    <a:pt x="25989" y="6810"/>
                  </a:lnTo>
                  <a:cubicBezTo>
                    <a:pt x="23557" y="2585"/>
                    <a:pt x="19058" y="1"/>
                    <a:pt x="14195" y="1"/>
                  </a:cubicBezTo>
                  <a:lnTo>
                    <a:pt x="14195" y="1"/>
                  </a:lnTo>
                  <a:cubicBezTo>
                    <a:pt x="9332" y="1"/>
                    <a:pt x="4864" y="2585"/>
                    <a:pt x="2432" y="6810"/>
                  </a:cubicBezTo>
                  <a:lnTo>
                    <a:pt x="2432" y="6810"/>
                  </a:lnTo>
                  <a:cubicBezTo>
                    <a:pt x="0" y="11035"/>
                    <a:pt x="0" y="16232"/>
                    <a:pt x="2432" y="20457"/>
                  </a:cubicBezTo>
                  <a:lnTo>
                    <a:pt x="2432" y="20457"/>
                  </a:lnTo>
                  <a:cubicBezTo>
                    <a:pt x="4864" y="24682"/>
                    <a:pt x="9332" y="27266"/>
                    <a:pt x="14195" y="27266"/>
                  </a:cubicBezTo>
                  <a:lnTo>
                    <a:pt x="14195" y="27266"/>
                  </a:lnTo>
                  <a:cubicBezTo>
                    <a:pt x="19058" y="27266"/>
                    <a:pt x="23557" y="24682"/>
                    <a:pt x="25989" y="20457"/>
                  </a:cubicBezTo>
                  <a:lnTo>
                    <a:pt x="25989" y="20457"/>
                  </a:lnTo>
                  <a:cubicBezTo>
                    <a:pt x="28420" y="16232"/>
                    <a:pt x="28420" y="11035"/>
                    <a:pt x="25989" y="681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6989000" y="2052000"/>
              <a:ext cx="442275" cy="421750"/>
            </a:xfrm>
            <a:custGeom>
              <a:rect b="b" l="l" r="r" t="t"/>
              <a:pathLst>
                <a:path extrusionOk="0" fill="none" h="16870" w="17691">
                  <a:moveTo>
                    <a:pt x="16171" y="4225"/>
                  </a:moveTo>
                  <a:lnTo>
                    <a:pt x="16171" y="4225"/>
                  </a:lnTo>
                  <a:cubicBezTo>
                    <a:pt x="14651" y="1611"/>
                    <a:pt x="11885" y="0"/>
                    <a:pt x="8846" y="0"/>
                  </a:cubicBezTo>
                  <a:lnTo>
                    <a:pt x="8846" y="0"/>
                  </a:lnTo>
                  <a:cubicBezTo>
                    <a:pt x="5836" y="0"/>
                    <a:pt x="3040" y="1611"/>
                    <a:pt x="1520" y="4225"/>
                  </a:cubicBezTo>
                  <a:lnTo>
                    <a:pt x="1520" y="4225"/>
                  </a:lnTo>
                  <a:cubicBezTo>
                    <a:pt x="0" y="6839"/>
                    <a:pt x="0" y="10092"/>
                    <a:pt x="1520" y="12675"/>
                  </a:cubicBezTo>
                  <a:lnTo>
                    <a:pt x="1520" y="12675"/>
                  </a:lnTo>
                  <a:cubicBezTo>
                    <a:pt x="3040" y="15289"/>
                    <a:pt x="5806" y="16870"/>
                    <a:pt x="8846" y="16870"/>
                  </a:cubicBezTo>
                  <a:lnTo>
                    <a:pt x="8846" y="16870"/>
                  </a:lnTo>
                  <a:cubicBezTo>
                    <a:pt x="11855" y="16870"/>
                    <a:pt x="14651" y="15289"/>
                    <a:pt x="16171" y="12675"/>
                  </a:cubicBezTo>
                  <a:lnTo>
                    <a:pt x="16171" y="12675"/>
                  </a:lnTo>
                  <a:cubicBezTo>
                    <a:pt x="17691" y="10092"/>
                    <a:pt x="17691" y="6839"/>
                    <a:pt x="16171" y="4225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7106025" y="2164450"/>
              <a:ext cx="209000" cy="198350"/>
            </a:xfrm>
            <a:custGeom>
              <a:rect b="b" l="l" r="r" t="t"/>
              <a:pathLst>
                <a:path extrusionOk="0" fill="none" h="7934" w="8360">
                  <a:moveTo>
                    <a:pt x="7630" y="1976"/>
                  </a:moveTo>
                  <a:lnTo>
                    <a:pt x="7630" y="1976"/>
                  </a:lnTo>
                  <a:cubicBezTo>
                    <a:pt x="6900" y="761"/>
                    <a:pt x="5624" y="1"/>
                    <a:pt x="4165" y="1"/>
                  </a:cubicBezTo>
                  <a:lnTo>
                    <a:pt x="4165" y="1"/>
                  </a:lnTo>
                  <a:cubicBezTo>
                    <a:pt x="2766" y="1"/>
                    <a:pt x="1429" y="761"/>
                    <a:pt x="699" y="1976"/>
                  </a:cubicBezTo>
                  <a:lnTo>
                    <a:pt x="699" y="1976"/>
                  </a:lnTo>
                  <a:cubicBezTo>
                    <a:pt x="0" y="3192"/>
                    <a:pt x="0" y="4712"/>
                    <a:pt x="699" y="5958"/>
                  </a:cubicBezTo>
                  <a:lnTo>
                    <a:pt x="699" y="5958"/>
                  </a:lnTo>
                  <a:cubicBezTo>
                    <a:pt x="1429" y="7174"/>
                    <a:pt x="2736" y="7934"/>
                    <a:pt x="4165" y="7934"/>
                  </a:cubicBezTo>
                  <a:lnTo>
                    <a:pt x="4165" y="7934"/>
                  </a:lnTo>
                  <a:cubicBezTo>
                    <a:pt x="5563" y="7934"/>
                    <a:pt x="6900" y="7174"/>
                    <a:pt x="7630" y="5958"/>
                  </a:cubicBezTo>
                  <a:lnTo>
                    <a:pt x="7630" y="5958"/>
                  </a:lnTo>
                  <a:cubicBezTo>
                    <a:pt x="8359" y="4712"/>
                    <a:pt x="8359" y="3192"/>
                    <a:pt x="7630" y="1976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6" name="Google Shape;346;p15"/>
          <p:cNvCxnSpPr/>
          <p:nvPr/>
        </p:nvCxnSpPr>
        <p:spPr>
          <a:xfrm>
            <a:off x="0" y="263575"/>
            <a:ext cx="30153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 txBox="1"/>
          <p:nvPr>
            <p:ph type="title"/>
          </p:nvPr>
        </p:nvSpPr>
        <p:spPr>
          <a:xfrm>
            <a:off x="720000" y="1846800"/>
            <a:ext cx="2711100" cy="104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6"/>
          <p:cNvSpPr txBox="1"/>
          <p:nvPr>
            <p:ph idx="1" type="subTitle"/>
          </p:nvPr>
        </p:nvSpPr>
        <p:spPr>
          <a:xfrm>
            <a:off x="720000" y="2818550"/>
            <a:ext cx="2711100" cy="1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16"/>
          <p:cNvSpPr/>
          <p:nvPr/>
        </p:nvSpPr>
        <p:spPr>
          <a:xfrm>
            <a:off x="3790950" y="0"/>
            <a:ext cx="5353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1" name="Google Shape;351;p16"/>
          <p:cNvCxnSpPr/>
          <p:nvPr/>
        </p:nvCxnSpPr>
        <p:spPr>
          <a:xfrm>
            <a:off x="112625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16"/>
          <p:cNvCxnSpPr/>
          <p:nvPr/>
        </p:nvCxnSpPr>
        <p:spPr>
          <a:xfrm>
            <a:off x="360375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16"/>
          <p:cNvCxnSpPr/>
          <p:nvPr/>
        </p:nvCxnSpPr>
        <p:spPr>
          <a:xfrm>
            <a:off x="607363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4" name="Google Shape;354;p16"/>
          <p:cNvGrpSpPr/>
          <p:nvPr/>
        </p:nvGrpSpPr>
        <p:grpSpPr>
          <a:xfrm rot="5400000">
            <a:off x="7794272" y="-800783"/>
            <a:ext cx="548962" cy="2150503"/>
            <a:chOff x="4713875" y="3872675"/>
            <a:chExt cx="276625" cy="1083650"/>
          </a:xfrm>
        </p:grpSpPr>
        <p:sp>
          <p:nvSpPr>
            <p:cNvPr id="355" name="Google Shape;355;p16"/>
            <p:cNvSpPr/>
            <p:nvPr/>
          </p:nvSpPr>
          <p:spPr>
            <a:xfrm>
              <a:off x="4713875" y="4749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47138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4713875" y="4662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47138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4713875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4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47138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4713875" y="4926400"/>
              <a:ext cx="29675" cy="29925"/>
            </a:xfrm>
            <a:custGeom>
              <a:rect b="b" l="l" r="r" t="t"/>
              <a:pathLst>
                <a:path extrusionOk="0" h="1197" w="1187">
                  <a:moveTo>
                    <a:pt x="629" y="0"/>
                  </a:moveTo>
                  <a:cubicBezTo>
                    <a:pt x="583" y="0"/>
                    <a:pt x="535" y="4"/>
                    <a:pt x="487" y="11"/>
                  </a:cubicBezTo>
                  <a:cubicBezTo>
                    <a:pt x="457" y="11"/>
                    <a:pt x="426" y="11"/>
                    <a:pt x="396" y="41"/>
                  </a:cubicBezTo>
                  <a:cubicBezTo>
                    <a:pt x="335" y="41"/>
                    <a:pt x="305" y="71"/>
                    <a:pt x="274" y="71"/>
                  </a:cubicBezTo>
                  <a:cubicBezTo>
                    <a:pt x="213" y="132"/>
                    <a:pt x="183" y="132"/>
                    <a:pt x="183" y="163"/>
                  </a:cubicBezTo>
                  <a:cubicBezTo>
                    <a:pt x="92" y="284"/>
                    <a:pt x="1" y="436"/>
                    <a:pt x="1" y="588"/>
                  </a:cubicBezTo>
                  <a:cubicBezTo>
                    <a:pt x="1" y="740"/>
                    <a:pt x="92" y="892"/>
                    <a:pt x="183" y="983"/>
                  </a:cubicBezTo>
                  <a:cubicBezTo>
                    <a:pt x="305" y="1105"/>
                    <a:pt x="457" y="1196"/>
                    <a:pt x="609" y="1196"/>
                  </a:cubicBezTo>
                  <a:cubicBezTo>
                    <a:pt x="761" y="1196"/>
                    <a:pt x="913" y="1105"/>
                    <a:pt x="1034" y="983"/>
                  </a:cubicBezTo>
                  <a:lnTo>
                    <a:pt x="1095" y="923"/>
                  </a:lnTo>
                  <a:cubicBezTo>
                    <a:pt x="1156" y="892"/>
                    <a:pt x="1156" y="831"/>
                    <a:pt x="1156" y="801"/>
                  </a:cubicBezTo>
                  <a:cubicBezTo>
                    <a:pt x="1156" y="771"/>
                    <a:pt x="1186" y="740"/>
                    <a:pt x="1186" y="679"/>
                  </a:cubicBezTo>
                  <a:lnTo>
                    <a:pt x="1186" y="588"/>
                  </a:lnTo>
                  <a:cubicBezTo>
                    <a:pt x="1186" y="436"/>
                    <a:pt x="1095" y="284"/>
                    <a:pt x="1004" y="163"/>
                  </a:cubicBezTo>
                  <a:cubicBezTo>
                    <a:pt x="933" y="45"/>
                    <a:pt x="789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4796700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4796700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4795200" y="431267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4796700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4796700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4796700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4795200" y="4400050"/>
              <a:ext cx="31175" cy="30425"/>
            </a:xfrm>
            <a:custGeom>
              <a:rect b="b" l="l" r="r" t="t"/>
              <a:pathLst>
                <a:path extrusionOk="0" h="1217" w="1247">
                  <a:moveTo>
                    <a:pt x="63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4795950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5" y="0"/>
                  </a:moveTo>
                  <a:cubicBezTo>
                    <a:pt x="449" y="0"/>
                    <a:pt x="289" y="61"/>
                    <a:pt x="183" y="183"/>
                  </a:cubicBezTo>
                  <a:cubicBezTo>
                    <a:pt x="61" y="304"/>
                    <a:pt x="0" y="456"/>
                    <a:pt x="0" y="608"/>
                  </a:cubicBezTo>
                  <a:cubicBezTo>
                    <a:pt x="0" y="760"/>
                    <a:pt x="61" y="912"/>
                    <a:pt x="183" y="1003"/>
                  </a:cubicBezTo>
                  <a:cubicBezTo>
                    <a:pt x="304" y="1125"/>
                    <a:pt x="456" y="1216"/>
                    <a:pt x="608" y="1216"/>
                  </a:cubicBezTo>
                  <a:cubicBezTo>
                    <a:pt x="760" y="1216"/>
                    <a:pt x="912" y="1125"/>
                    <a:pt x="1003" y="1003"/>
                  </a:cubicBezTo>
                  <a:cubicBezTo>
                    <a:pt x="1125" y="912"/>
                    <a:pt x="1216" y="760"/>
                    <a:pt x="1216" y="608"/>
                  </a:cubicBezTo>
                  <a:cubicBezTo>
                    <a:pt x="1216" y="456"/>
                    <a:pt x="1125" y="304"/>
                    <a:pt x="1003" y="183"/>
                  </a:cubicBezTo>
                  <a:cubicBezTo>
                    <a:pt x="912" y="61"/>
                    <a:pt x="760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4878025" y="48385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4878025" y="47511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186" y="243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4878025" y="45748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4878025" y="431267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4878025" y="46637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>
              <a:off x="4878025" y="4487450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4878025" y="422452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73" y="1216"/>
                    <a:pt x="1216" y="942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4878025" y="440005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4879525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563" y="0"/>
                  </a:moveTo>
                  <a:cubicBezTo>
                    <a:pt x="411" y="0"/>
                    <a:pt x="259" y="61"/>
                    <a:pt x="153" y="183"/>
                  </a:cubicBezTo>
                  <a:lnTo>
                    <a:pt x="62" y="243"/>
                  </a:lnTo>
                  <a:cubicBezTo>
                    <a:pt x="31" y="304"/>
                    <a:pt x="31" y="335"/>
                    <a:pt x="31" y="365"/>
                  </a:cubicBezTo>
                  <a:cubicBezTo>
                    <a:pt x="31" y="395"/>
                    <a:pt x="1" y="456"/>
                    <a:pt x="1" y="487"/>
                  </a:cubicBezTo>
                  <a:lnTo>
                    <a:pt x="1" y="608"/>
                  </a:lnTo>
                  <a:cubicBezTo>
                    <a:pt x="1" y="760"/>
                    <a:pt x="62" y="912"/>
                    <a:pt x="183" y="1003"/>
                  </a:cubicBezTo>
                  <a:cubicBezTo>
                    <a:pt x="305" y="1125"/>
                    <a:pt x="426" y="1216"/>
                    <a:pt x="609" y="1216"/>
                  </a:cubicBezTo>
                  <a:lnTo>
                    <a:pt x="700" y="1216"/>
                  </a:lnTo>
                  <a:cubicBezTo>
                    <a:pt x="761" y="1216"/>
                    <a:pt x="791" y="1216"/>
                    <a:pt x="822" y="1155"/>
                  </a:cubicBezTo>
                  <a:cubicBezTo>
                    <a:pt x="852" y="1155"/>
                    <a:pt x="913" y="1125"/>
                    <a:pt x="943" y="1125"/>
                  </a:cubicBezTo>
                  <a:cubicBezTo>
                    <a:pt x="974" y="1095"/>
                    <a:pt x="1004" y="1095"/>
                    <a:pt x="1004" y="1064"/>
                  </a:cubicBezTo>
                  <a:cubicBezTo>
                    <a:pt x="1126" y="943"/>
                    <a:pt x="1217" y="791"/>
                    <a:pt x="1217" y="639"/>
                  </a:cubicBezTo>
                  <a:lnTo>
                    <a:pt x="1217" y="517"/>
                  </a:lnTo>
                  <a:cubicBezTo>
                    <a:pt x="1126" y="456"/>
                    <a:pt x="1095" y="395"/>
                    <a:pt x="1095" y="365"/>
                  </a:cubicBezTo>
                  <a:cubicBezTo>
                    <a:pt x="1095" y="335"/>
                    <a:pt x="1065" y="304"/>
                    <a:pt x="1065" y="243"/>
                  </a:cubicBezTo>
                  <a:cubicBezTo>
                    <a:pt x="1004" y="213"/>
                    <a:pt x="1004" y="183"/>
                    <a:pt x="974" y="183"/>
                  </a:cubicBezTo>
                  <a:cubicBezTo>
                    <a:pt x="867" y="61"/>
                    <a:pt x="715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4960075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49600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4960075" y="431267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4960075" y="422452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4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49600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4960075" y="4837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4960075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4960075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4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49600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4960075" y="4926175"/>
              <a:ext cx="30425" cy="30150"/>
            </a:xfrm>
            <a:custGeom>
              <a:rect b="b" l="l" r="r" t="t"/>
              <a:pathLst>
                <a:path extrusionOk="0" h="1206" w="1217">
                  <a:moveTo>
                    <a:pt x="595" y="0"/>
                  </a:moveTo>
                  <a:cubicBezTo>
                    <a:pt x="439" y="0"/>
                    <a:pt x="302" y="77"/>
                    <a:pt x="183" y="172"/>
                  </a:cubicBezTo>
                  <a:cubicBezTo>
                    <a:pt x="62" y="263"/>
                    <a:pt x="1" y="415"/>
                    <a:pt x="1" y="597"/>
                  </a:cubicBezTo>
                  <a:cubicBezTo>
                    <a:pt x="1" y="719"/>
                    <a:pt x="62" y="901"/>
                    <a:pt x="183" y="992"/>
                  </a:cubicBezTo>
                  <a:cubicBezTo>
                    <a:pt x="305" y="1114"/>
                    <a:pt x="457" y="1205"/>
                    <a:pt x="609" y="1205"/>
                  </a:cubicBezTo>
                  <a:cubicBezTo>
                    <a:pt x="670" y="1205"/>
                    <a:pt x="761" y="1205"/>
                    <a:pt x="822" y="1144"/>
                  </a:cubicBezTo>
                  <a:cubicBezTo>
                    <a:pt x="913" y="1114"/>
                    <a:pt x="974" y="1084"/>
                    <a:pt x="1034" y="1023"/>
                  </a:cubicBezTo>
                  <a:cubicBezTo>
                    <a:pt x="1126" y="932"/>
                    <a:pt x="1217" y="780"/>
                    <a:pt x="1217" y="628"/>
                  </a:cubicBezTo>
                  <a:lnTo>
                    <a:pt x="1217" y="506"/>
                  </a:lnTo>
                  <a:cubicBezTo>
                    <a:pt x="1186" y="445"/>
                    <a:pt x="1126" y="384"/>
                    <a:pt x="1126" y="354"/>
                  </a:cubicBezTo>
                  <a:cubicBezTo>
                    <a:pt x="1126" y="324"/>
                    <a:pt x="1095" y="293"/>
                    <a:pt x="1095" y="232"/>
                  </a:cubicBezTo>
                  <a:cubicBezTo>
                    <a:pt x="1065" y="202"/>
                    <a:pt x="1065" y="172"/>
                    <a:pt x="1034" y="172"/>
                  </a:cubicBezTo>
                  <a:lnTo>
                    <a:pt x="943" y="80"/>
                  </a:lnTo>
                  <a:cubicBezTo>
                    <a:pt x="913" y="50"/>
                    <a:pt x="882" y="50"/>
                    <a:pt x="822" y="50"/>
                  </a:cubicBezTo>
                  <a:cubicBezTo>
                    <a:pt x="791" y="50"/>
                    <a:pt x="761" y="20"/>
                    <a:pt x="730" y="20"/>
                  </a:cubicBezTo>
                  <a:cubicBezTo>
                    <a:pt x="684" y="6"/>
                    <a:pt x="639" y="0"/>
                    <a:pt x="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4960075" y="39623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49600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882"/>
                    <a:pt x="183" y="1095"/>
                    <a:pt x="457" y="1186"/>
                  </a:cubicBezTo>
                  <a:cubicBezTo>
                    <a:pt x="487" y="1186"/>
                    <a:pt x="578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335"/>
                    <a:pt x="974" y="122"/>
                    <a:pt x="761" y="31"/>
                  </a:cubicBezTo>
                  <a:cubicBezTo>
                    <a:pt x="730" y="31"/>
                    <a:pt x="670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4960075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4878025" y="3872675"/>
              <a:ext cx="30400" cy="31200"/>
            </a:xfrm>
            <a:custGeom>
              <a:rect b="b" l="l" r="r" t="t"/>
              <a:pathLst>
                <a:path extrusionOk="0" h="1248" w="1216">
                  <a:moveTo>
                    <a:pt x="608" y="1"/>
                  </a:moveTo>
                  <a:cubicBezTo>
                    <a:pt x="274" y="1"/>
                    <a:pt x="0" y="275"/>
                    <a:pt x="0" y="609"/>
                  </a:cubicBezTo>
                  <a:cubicBezTo>
                    <a:pt x="0" y="974"/>
                    <a:pt x="274" y="1247"/>
                    <a:pt x="608" y="1247"/>
                  </a:cubicBezTo>
                  <a:cubicBezTo>
                    <a:pt x="973" y="1247"/>
                    <a:pt x="1216" y="974"/>
                    <a:pt x="1216" y="609"/>
                  </a:cubicBezTo>
                  <a:cubicBezTo>
                    <a:pt x="1216" y="275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4878025" y="4137125"/>
              <a:ext cx="29650" cy="29675"/>
            </a:xfrm>
            <a:custGeom>
              <a:rect b="b" l="l" r="r" t="t"/>
              <a:pathLst>
                <a:path extrusionOk="0" h="1187" w="1186">
                  <a:moveTo>
                    <a:pt x="608" y="1"/>
                  </a:moveTo>
                  <a:cubicBezTo>
                    <a:pt x="395" y="1"/>
                    <a:pt x="152" y="153"/>
                    <a:pt x="91" y="335"/>
                  </a:cubicBezTo>
                  <a:cubicBezTo>
                    <a:pt x="91" y="396"/>
                    <a:pt x="91" y="396"/>
                    <a:pt x="61" y="426"/>
                  </a:cubicBezTo>
                  <a:cubicBezTo>
                    <a:pt x="61" y="457"/>
                    <a:pt x="0" y="548"/>
                    <a:pt x="0" y="578"/>
                  </a:cubicBezTo>
                  <a:lnTo>
                    <a:pt x="0" y="669"/>
                  </a:lnTo>
                  <a:cubicBezTo>
                    <a:pt x="61" y="913"/>
                    <a:pt x="213" y="1065"/>
                    <a:pt x="395" y="1125"/>
                  </a:cubicBezTo>
                  <a:cubicBezTo>
                    <a:pt x="456" y="1186"/>
                    <a:pt x="517" y="1186"/>
                    <a:pt x="578" y="1186"/>
                  </a:cubicBezTo>
                  <a:cubicBezTo>
                    <a:pt x="821" y="1186"/>
                    <a:pt x="1034" y="1034"/>
                    <a:pt x="1125" y="852"/>
                  </a:cubicBezTo>
                  <a:cubicBezTo>
                    <a:pt x="1125" y="791"/>
                    <a:pt x="1125" y="791"/>
                    <a:pt x="1155" y="761"/>
                  </a:cubicBezTo>
                  <a:cubicBezTo>
                    <a:pt x="1155" y="730"/>
                    <a:pt x="1186" y="639"/>
                    <a:pt x="1186" y="609"/>
                  </a:cubicBezTo>
                  <a:lnTo>
                    <a:pt x="1186" y="487"/>
                  </a:lnTo>
                  <a:cubicBezTo>
                    <a:pt x="1155" y="274"/>
                    <a:pt x="1003" y="122"/>
                    <a:pt x="821" y="31"/>
                  </a:cubicBezTo>
                  <a:cubicBezTo>
                    <a:pt x="730" y="1"/>
                    <a:pt x="69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4878025" y="404897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4878025" y="39616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4796700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4796700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4795200" y="422452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882"/>
                    <a:pt x="213" y="1094"/>
                    <a:pt x="426" y="1186"/>
                  </a:cubicBezTo>
                  <a:cubicBezTo>
                    <a:pt x="517" y="1216"/>
                    <a:pt x="547" y="1216"/>
                    <a:pt x="638" y="1216"/>
                  </a:cubicBezTo>
                  <a:cubicBezTo>
                    <a:pt x="973" y="1216"/>
                    <a:pt x="1246" y="942"/>
                    <a:pt x="1246" y="608"/>
                  </a:cubicBezTo>
                  <a:cubicBezTo>
                    <a:pt x="1246" y="334"/>
                    <a:pt x="1094" y="122"/>
                    <a:pt x="821" y="31"/>
                  </a:cubicBezTo>
                  <a:cubicBezTo>
                    <a:pt x="730" y="0"/>
                    <a:pt x="699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4796700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4796700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4713875" y="3872675"/>
              <a:ext cx="30425" cy="31200"/>
            </a:xfrm>
            <a:custGeom>
              <a:rect b="b" l="l" r="r" t="t"/>
              <a:pathLst>
                <a:path extrusionOk="0" h="1248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31" y="974"/>
                    <a:pt x="305" y="1247"/>
                    <a:pt x="609" y="1247"/>
                  </a:cubicBezTo>
                  <a:cubicBezTo>
                    <a:pt x="943" y="1247"/>
                    <a:pt x="1217" y="974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4713875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4713875" y="41363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4713875" y="4223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47138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4713875" y="4312675"/>
              <a:ext cx="29675" cy="29650"/>
            </a:xfrm>
            <a:custGeom>
              <a:rect b="b" l="l" r="r" t="t"/>
              <a:pathLst>
                <a:path extrusionOk="0" h="1186" w="1187">
                  <a:moveTo>
                    <a:pt x="609" y="0"/>
                  </a:moveTo>
                  <a:cubicBezTo>
                    <a:pt x="396" y="0"/>
                    <a:pt x="153" y="152"/>
                    <a:pt x="92" y="365"/>
                  </a:cubicBezTo>
                  <a:cubicBezTo>
                    <a:pt x="92" y="395"/>
                    <a:pt x="92" y="395"/>
                    <a:pt x="31" y="426"/>
                  </a:cubicBezTo>
                  <a:cubicBezTo>
                    <a:pt x="31" y="456"/>
                    <a:pt x="1" y="547"/>
                    <a:pt x="1" y="578"/>
                  </a:cubicBezTo>
                  <a:lnTo>
                    <a:pt x="1" y="699"/>
                  </a:lnTo>
                  <a:cubicBezTo>
                    <a:pt x="31" y="912"/>
                    <a:pt x="183" y="1064"/>
                    <a:pt x="396" y="1155"/>
                  </a:cubicBezTo>
                  <a:cubicBezTo>
                    <a:pt x="457" y="1185"/>
                    <a:pt x="487" y="1185"/>
                    <a:pt x="578" y="1185"/>
                  </a:cubicBezTo>
                  <a:cubicBezTo>
                    <a:pt x="852" y="1185"/>
                    <a:pt x="1065" y="1003"/>
                    <a:pt x="1156" y="730"/>
                  </a:cubicBezTo>
                  <a:cubicBezTo>
                    <a:pt x="1156" y="699"/>
                    <a:pt x="1186" y="608"/>
                    <a:pt x="1186" y="578"/>
                  </a:cubicBezTo>
                  <a:lnTo>
                    <a:pt x="1186" y="456"/>
                  </a:lnTo>
                  <a:cubicBezTo>
                    <a:pt x="1186" y="274"/>
                    <a:pt x="1034" y="91"/>
                    <a:pt x="791" y="61"/>
                  </a:cubicBezTo>
                  <a:cubicBezTo>
                    <a:pt x="730" y="0"/>
                    <a:pt x="700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"/>
          <p:cNvSpPr txBox="1"/>
          <p:nvPr>
            <p:ph type="title"/>
          </p:nvPr>
        </p:nvSpPr>
        <p:spPr>
          <a:xfrm>
            <a:off x="5800250" y="1512900"/>
            <a:ext cx="2630400" cy="10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7"/>
          <p:cNvSpPr txBox="1"/>
          <p:nvPr>
            <p:ph idx="1" type="subTitle"/>
          </p:nvPr>
        </p:nvSpPr>
        <p:spPr>
          <a:xfrm>
            <a:off x="5800375" y="2550300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7"/>
          <p:cNvSpPr/>
          <p:nvPr/>
        </p:nvSpPr>
        <p:spPr>
          <a:xfrm>
            <a:off x="0" y="0"/>
            <a:ext cx="5353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713213" y="-191200"/>
            <a:ext cx="304620" cy="4192398"/>
          </a:xfrm>
          <a:custGeom>
            <a:rect b="b" l="l" r="r" t="t"/>
            <a:pathLst>
              <a:path extrusionOk="0" h="78664" w="5716">
                <a:moveTo>
                  <a:pt x="2858" y="0"/>
                </a:moveTo>
                <a:cubicBezTo>
                  <a:pt x="1308" y="0"/>
                  <a:pt x="1" y="1277"/>
                  <a:pt x="1" y="2857"/>
                </a:cubicBezTo>
                <a:lnTo>
                  <a:pt x="1" y="75807"/>
                </a:lnTo>
                <a:cubicBezTo>
                  <a:pt x="1" y="77387"/>
                  <a:pt x="1308" y="78664"/>
                  <a:pt x="2858" y="78664"/>
                </a:cubicBezTo>
                <a:cubicBezTo>
                  <a:pt x="4408" y="78664"/>
                  <a:pt x="5715" y="77357"/>
                  <a:pt x="5715" y="75807"/>
                </a:cubicBezTo>
                <a:lnTo>
                  <a:pt x="5715" y="2857"/>
                </a:lnTo>
                <a:cubicBezTo>
                  <a:pt x="5715" y="1277"/>
                  <a:pt x="4408" y="0"/>
                  <a:pt x="2858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17"/>
          <p:cNvGrpSpPr/>
          <p:nvPr/>
        </p:nvGrpSpPr>
        <p:grpSpPr>
          <a:xfrm>
            <a:off x="4919728" y="4286120"/>
            <a:ext cx="1901119" cy="739611"/>
            <a:chOff x="1268525" y="3035300"/>
            <a:chExt cx="818425" cy="318400"/>
          </a:xfrm>
        </p:grpSpPr>
        <p:sp>
          <p:nvSpPr>
            <p:cNvPr id="413" name="Google Shape;413;p17"/>
            <p:cNvSpPr/>
            <p:nvPr/>
          </p:nvSpPr>
          <p:spPr>
            <a:xfrm>
              <a:off x="1268525" y="3035300"/>
              <a:ext cx="104900" cy="103350"/>
            </a:xfrm>
            <a:custGeom>
              <a:rect b="b" l="l" r="r" t="t"/>
              <a:pathLst>
                <a:path extrusionOk="0" h="4134" w="4196">
                  <a:moveTo>
                    <a:pt x="1581" y="0"/>
                  </a:moveTo>
                  <a:lnTo>
                    <a:pt x="158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34"/>
                  </a:lnTo>
                  <a:lnTo>
                    <a:pt x="2645" y="4134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45" y="1520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150712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21" y="0"/>
                  </a:moveTo>
                  <a:lnTo>
                    <a:pt x="152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174497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51" y="0"/>
                  </a:moveTo>
                  <a:lnTo>
                    <a:pt x="155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1982075" y="3035300"/>
              <a:ext cx="104875" cy="103350"/>
            </a:xfrm>
            <a:custGeom>
              <a:rect b="b" l="l" r="r" t="t"/>
              <a:pathLst>
                <a:path extrusionOk="0" h="4134" w="4195">
                  <a:moveTo>
                    <a:pt x="1550" y="0"/>
                  </a:moveTo>
                  <a:lnTo>
                    <a:pt x="1550" y="1520"/>
                  </a:lnTo>
                  <a:lnTo>
                    <a:pt x="0" y="1520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34"/>
                  </a:lnTo>
                  <a:lnTo>
                    <a:pt x="2614" y="4134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14" y="1520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1268525" y="3248825"/>
              <a:ext cx="104900" cy="104875"/>
            </a:xfrm>
            <a:custGeom>
              <a:rect b="b" l="l" r="r" t="t"/>
              <a:pathLst>
                <a:path extrusionOk="0" h="4195" w="4196">
                  <a:moveTo>
                    <a:pt x="1581" y="0"/>
                  </a:moveTo>
                  <a:lnTo>
                    <a:pt x="158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95"/>
                  </a:lnTo>
                  <a:lnTo>
                    <a:pt x="2645" y="4195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45" y="1581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150712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21" y="0"/>
                  </a:moveTo>
                  <a:lnTo>
                    <a:pt x="152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174497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51" y="0"/>
                  </a:moveTo>
                  <a:lnTo>
                    <a:pt x="155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1982075" y="3248825"/>
              <a:ext cx="104875" cy="104875"/>
            </a:xfrm>
            <a:custGeom>
              <a:rect b="b" l="l" r="r" t="t"/>
              <a:pathLst>
                <a:path extrusionOk="0" h="4195" w="4195">
                  <a:moveTo>
                    <a:pt x="1550" y="0"/>
                  </a:moveTo>
                  <a:lnTo>
                    <a:pt x="1550" y="1581"/>
                  </a:lnTo>
                  <a:lnTo>
                    <a:pt x="0" y="1581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95"/>
                  </a:lnTo>
                  <a:lnTo>
                    <a:pt x="2614" y="4195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14" y="1581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4923250" y="3094399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1579025" y="3094398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idx="3" type="subTitle"/>
          </p:nvPr>
        </p:nvSpPr>
        <p:spPr>
          <a:xfrm>
            <a:off x="1579025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18"/>
          <p:cNvSpPr txBox="1"/>
          <p:nvPr>
            <p:ph idx="4" type="subTitle"/>
          </p:nvPr>
        </p:nvSpPr>
        <p:spPr>
          <a:xfrm>
            <a:off x="4923253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7" name="Google Shape;427;p18"/>
          <p:cNvSpPr/>
          <p:nvPr/>
        </p:nvSpPr>
        <p:spPr>
          <a:xfrm rot="-5400000">
            <a:off x="4297800" y="299525"/>
            <a:ext cx="561000" cy="91566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18"/>
          <p:cNvGrpSpPr/>
          <p:nvPr/>
        </p:nvGrpSpPr>
        <p:grpSpPr>
          <a:xfrm>
            <a:off x="-1239000" y="3094400"/>
            <a:ext cx="1959000" cy="1959000"/>
            <a:chOff x="-1193600" y="-50600"/>
            <a:chExt cx="1959000" cy="1959000"/>
          </a:xfrm>
        </p:grpSpPr>
        <p:sp>
          <p:nvSpPr>
            <p:cNvPr id="429" name="Google Shape;429;p18"/>
            <p:cNvSpPr/>
            <p:nvPr/>
          </p:nvSpPr>
          <p:spPr>
            <a:xfrm>
              <a:off x="-1193600" y="-50600"/>
              <a:ext cx="1959000" cy="19590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-777425" y="328150"/>
              <a:ext cx="1201500" cy="12015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1" name="Google Shape;431;p18"/>
          <p:cNvCxnSpPr/>
          <p:nvPr/>
        </p:nvCxnSpPr>
        <p:spPr>
          <a:xfrm>
            <a:off x="6660775" y="337675"/>
            <a:ext cx="30153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4" name="Google Shape;434;p19"/>
          <p:cNvSpPr txBox="1"/>
          <p:nvPr>
            <p:ph idx="1" type="subTitle"/>
          </p:nvPr>
        </p:nvSpPr>
        <p:spPr>
          <a:xfrm>
            <a:off x="4985245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19"/>
          <p:cNvSpPr txBox="1"/>
          <p:nvPr>
            <p:ph idx="2" type="subTitle"/>
          </p:nvPr>
        </p:nvSpPr>
        <p:spPr>
          <a:xfrm>
            <a:off x="1211050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19"/>
          <p:cNvSpPr/>
          <p:nvPr/>
        </p:nvSpPr>
        <p:spPr>
          <a:xfrm>
            <a:off x="0" y="4015325"/>
            <a:ext cx="9144000" cy="11283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" name="Google Shape;437;p19"/>
          <p:cNvGrpSpPr/>
          <p:nvPr/>
        </p:nvGrpSpPr>
        <p:grpSpPr>
          <a:xfrm rot="5400000">
            <a:off x="184964" y="3577896"/>
            <a:ext cx="992420" cy="1059766"/>
            <a:chOff x="4921325" y="1013225"/>
            <a:chExt cx="1175575" cy="1255350"/>
          </a:xfrm>
        </p:grpSpPr>
        <p:sp>
          <p:nvSpPr>
            <p:cNvPr id="438" name="Google Shape;438;p19"/>
            <p:cNvSpPr/>
            <p:nvPr/>
          </p:nvSpPr>
          <p:spPr>
            <a:xfrm>
              <a:off x="49213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593" y="1"/>
                  </a:moveTo>
                  <a:cubicBezTo>
                    <a:pt x="441" y="1"/>
                    <a:pt x="289" y="61"/>
                    <a:pt x="183" y="183"/>
                  </a:cubicBezTo>
                  <a:cubicBezTo>
                    <a:pt x="62" y="274"/>
                    <a:pt x="1" y="426"/>
                    <a:pt x="1" y="578"/>
                  </a:cubicBezTo>
                  <a:cubicBezTo>
                    <a:pt x="1" y="730"/>
                    <a:pt x="62" y="882"/>
                    <a:pt x="18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61" y="1186"/>
                    <a:pt x="913" y="1125"/>
                    <a:pt x="1004" y="1004"/>
                  </a:cubicBezTo>
                  <a:cubicBezTo>
                    <a:pt x="1125" y="882"/>
                    <a:pt x="1217" y="730"/>
                    <a:pt x="1217" y="578"/>
                  </a:cubicBezTo>
                  <a:cubicBezTo>
                    <a:pt x="1217" y="426"/>
                    <a:pt x="1125" y="274"/>
                    <a:pt x="1004" y="183"/>
                  </a:cubicBezTo>
                  <a:cubicBezTo>
                    <a:pt x="897" y="61"/>
                    <a:pt x="745" y="1"/>
                    <a:pt x="59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5003400" y="21507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12"/>
                    <a:pt x="274" y="1186"/>
                    <a:pt x="608" y="1216"/>
                  </a:cubicBezTo>
                  <a:cubicBezTo>
                    <a:pt x="973" y="1216"/>
                    <a:pt x="1216" y="97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50034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84" y="1"/>
                  </a:moveTo>
                  <a:cubicBezTo>
                    <a:pt x="442" y="1"/>
                    <a:pt x="296" y="63"/>
                    <a:pt x="183" y="176"/>
                  </a:cubicBezTo>
                  <a:cubicBezTo>
                    <a:pt x="92" y="267"/>
                    <a:pt x="0" y="419"/>
                    <a:pt x="0" y="571"/>
                  </a:cubicBezTo>
                  <a:lnTo>
                    <a:pt x="0" y="693"/>
                  </a:lnTo>
                  <a:cubicBezTo>
                    <a:pt x="0" y="723"/>
                    <a:pt x="31" y="784"/>
                    <a:pt x="31" y="814"/>
                  </a:cubicBezTo>
                  <a:cubicBezTo>
                    <a:pt x="31" y="845"/>
                    <a:pt x="31" y="875"/>
                    <a:pt x="92" y="936"/>
                  </a:cubicBezTo>
                  <a:lnTo>
                    <a:pt x="152" y="997"/>
                  </a:lnTo>
                  <a:cubicBezTo>
                    <a:pt x="274" y="1118"/>
                    <a:pt x="426" y="1179"/>
                    <a:pt x="578" y="1179"/>
                  </a:cubicBezTo>
                  <a:cubicBezTo>
                    <a:pt x="760" y="1179"/>
                    <a:pt x="882" y="1118"/>
                    <a:pt x="1064" y="997"/>
                  </a:cubicBezTo>
                  <a:cubicBezTo>
                    <a:pt x="1095" y="997"/>
                    <a:pt x="1095" y="966"/>
                    <a:pt x="1155" y="936"/>
                  </a:cubicBezTo>
                  <a:cubicBezTo>
                    <a:pt x="1155" y="875"/>
                    <a:pt x="1186" y="845"/>
                    <a:pt x="1186" y="814"/>
                  </a:cubicBezTo>
                  <a:cubicBezTo>
                    <a:pt x="1216" y="753"/>
                    <a:pt x="1216" y="723"/>
                    <a:pt x="1216" y="693"/>
                  </a:cubicBezTo>
                  <a:lnTo>
                    <a:pt x="1216" y="571"/>
                  </a:lnTo>
                  <a:cubicBezTo>
                    <a:pt x="1216" y="419"/>
                    <a:pt x="1155" y="267"/>
                    <a:pt x="1034" y="145"/>
                  </a:cubicBezTo>
                  <a:cubicBezTo>
                    <a:pt x="1034" y="115"/>
                    <a:pt x="1004" y="115"/>
                    <a:pt x="943" y="85"/>
                  </a:cubicBezTo>
                  <a:cubicBezTo>
                    <a:pt x="912" y="85"/>
                    <a:pt x="882" y="54"/>
                    <a:pt x="852" y="54"/>
                  </a:cubicBezTo>
                  <a:cubicBezTo>
                    <a:pt x="791" y="24"/>
                    <a:pt x="760" y="24"/>
                    <a:pt x="730" y="24"/>
                  </a:cubicBezTo>
                  <a:cubicBezTo>
                    <a:pt x="683" y="8"/>
                    <a:pt x="634" y="1"/>
                    <a:pt x="58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5085475" y="2062625"/>
              <a:ext cx="30425" cy="118575"/>
            </a:xfrm>
            <a:custGeom>
              <a:rect b="b" l="l" r="r" t="t"/>
              <a:pathLst>
                <a:path extrusionOk="0" h="4743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2" y="1217"/>
                    <a:pt x="1216" y="943"/>
                    <a:pt x="1216" y="609"/>
                  </a:cubicBezTo>
                  <a:cubicBezTo>
                    <a:pt x="1216" y="274"/>
                    <a:pt x="942" y="1"/>
                    <a:pt x="608" y="1"/>
                  </a:cubicBezTo>
                  <a:close/>
                  <a:moveTo>
                    <a:pt x="608" y="3527"/>
                  </a:moveTo>
                  <a:cubicBezTo>
                    <a:pt x="274" y="3527"/>
                    <a:pt x="0" y="3800"/>
                    <a:pt x="0" y="4135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2" y="4742"/>
                    <a:pt x="1216" y="4499"/>
                    <a:pt x="1216" y="4135"/>
                  </a:cubicBezTo>
                  <a:cubicBezTo>
                    <a:pt x="1216" y="3800"/>
                    <a:pt x="942" y="3527"/>
                    <a:pt x="608" y="352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508547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5166775" y="1975250"/>
              <a:ext cx="30425" cy="205950"/>
            </a:xfrm>
            <a:custGeom>
              <a:rect b="b" l="l" r="r" t="t"/>
              <a:pathLst>
                <a:path extrusionOk="0" h="8238" w="1217">
                  <a:moveTo>
                    <a:pt x="608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  <a:moveTo>
                    <a:pt x="608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8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8" y="3496"/>
                  </a:cubicBezTo>
                  <a:close/>
                  <a:moveTo>
                    <a:pt x="608" y="7022"/>
                  </a:moveTo>
                  <a:cubicBezTo>
                    <a:pt x="274" y="7022"/>
                    <a:pt x="1" y="7295"/>
                    <a:pt x="1" y="7630"/>
                  </a:cubicBezTo>
                  <a:cubicBezTo>
                    <a:pt x="1" y="7933"/>
                    <a:pt x="274" y="8207"/>
                    <a:pt x="608" y="8237"/>
                  </a:cubicBezTo>
                  <a:cubicBezTo>
                    <a:pt x="973" y="8237"/>
                    <a:pt x="1216" y="7994"/>
                    <a:pt x="1216" y="7630"/>
                  </a:cubicBezTo>
                  <a:cubicBezTo>
                    <a:pt x="1216" y="7295"/>
                    <a:pt x="973" y="7022"/>
                    <a:pt x="608" y="702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51675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4" y="183"/>
                  </a:cubicBezTo>
                  <a:cubicBezTo>
                    <a:pt x="92" y="274"/>
                    <a:pt x="1" y="426"/>
                    <a:pt x="1" y="578"/>
                  </a:cubicBezTo>
                  <a:lnTo>
                    <a:pt x="1" y="700"/>
                  </a:lnTo>
                  <a:cubicBezTo>
                    <a:pt x="1" y="730"/>
                    <a:pt x="62" y="791"/>
                    <a:pt x="62" y="821"/>
                  </a:cubicBezTo>
                  <a:cubicBezTo>
                    <a:pt x="62" y="852"/>
                    <a:pt x="62" y="882"/>
                    <a:pt x="92" y="943"/>
                  </a:cubicBezTo>
                  <a:lnTo>
                    <a:pt x="183" y="1004"/>
                  </a:lnTo>
                  <a:cubicBezTo>
                    <a:pt x="274" y="1125"/>
                    <a:pt x="426" y="1186"/>
                    <a:pt x="578" y="1186"/>
                  </a:cubicBezTo>
                  <a:cubicBezTo>
                    <a:pt x="730" y="1186"/>
                    <a:pt x="882" y="1125"/>
                    <a:pt x="1034" y="1004"/>
                  </a:cubicBezTo>
                  <a:cubicBezTo>
                    <a:pt x="1156" y="882"/>
                    <a:pt x="1217" y="730"/>
                    <a:pt x="1217" y="578"/>
                  </a:cubicBezTo>
                  <a:cubicBezTo>
                    <a:pt x="1217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5248850" y="1887850"/>
              <a:ext cx="30425" cy="293350"/>
            </a:xfrm>
            <a:custGeom>
              <a:rect b="b" l="l" r="r" t="t"/>
              <a:pathLst>
                <a:path extrusionOk="0" h="11734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70"/>
                    <a:pt x="0" y="4104"/>
                  </a:cubicBezTo>
                  <a:cubicBezTo>
                    <a:pt x="0" y="4439"/>
                    <a:pt x="274" y="471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65"/>
                    <a:pt x="0" y="7600"/>
                  </a:cubicBezTo>
                  <a:cubicBezTo>
                    <a:pt x="0" y="7934"/>
                    <a:pt x="27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518"/>
                  </a:moveTo>
                  <a:cubicBezTo>
                    <a:pt x="274" y="10518"/>
                    <a:pt x="0" y="10791"/>
                    <a:pt x="0" y="11126"/>
                  </a:cubicBezTo>
                  <a:cubicBezTo>
                    <a:pt x="0" y="11429"/>
                    <a:pt x="274" y="11703"/>
                    <a:pt x="608" y="11733"/>
                  </a:cubicBezTo>
                  <a:cubicBezTo>
                    <a:pt x="943" y="11733"/>
                    <a:pt x="1216" y="11490"/>
                    <a:pt x="1216" y="11126"/>
                  </a:cubicBezTo>
                  <a:cubicBezTo>
                    <a:pt x="1216" y="10791"/>
                    <a:pt x="943" y="10518"/>
                    <a:pt x="608" y="1051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52488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5330150" y="1800475"/>
              <a:ext cx="30425" cy="380725"/>
            </a:xfrm>
            <a:custGeom>
              <a:rect b="b" l="l" r="r" t="t"/>
              <a:pathLst>
                <a:path extrusionOk="0" h="15229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12"/>
                    <a:pt x="274" y="1186"/>
                    <a:pt x="609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73" y="8207"/>
                    <a:pt x="1216" y="7934"/>
                    <a:pt x="1216" y="7599"/>
                  </a:cubicBezTo>
                  <a:cubicBezTo>
                    <a:pt x="1216" y="7265"/>
                    <a:pt x="973" y="6991"/>
                    <a:pt x="609" y="6991"/>
                  </a:cubicBezTo>
                  <a:close/>
                  <a:moveTo>
                    <a:pt x="609" y="10487"/>
                  </a:moveTo>
                  <a:cubicBezTo>
                    <a:pt x="274" y="10487"/>
                    <a:pt x="1" y="10760"/>
                    <a:pt x="1" y="11095"/>
                  </a:cubicBezTo>
                  <a:cubicBezTo>
                    <a:pt x="1" y="11429"/>
                    <a:pt x="274" y="11703"/>
                    <a:pt x="609" y="11703"/>
                  </a:cubicBezTo>
                  <a:cubicBezTo>
                    <a:pt x="973" y="11703"/>
                    <a:pt x="1216" y="11429"/>
                    <a:pt x="1216" y="11095"/>
                  </a:cubicBezTo>
                  <a:cubicBezTo>
                    <a:pt x="1216" y="10760"/>
                    <a:pt x="97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24"/>
                    <a:pt x="274" y="15198"/>
                    <a:pt x="609" y="15228"/>
                  </a:cubicBezTo>
                  <a:cubicBezTo>
                    <a:pt x="973" y="15228"/>
                    <a:pt x="1216" y="14985"/>
                    <a:pt x="1216" y="14621"/>
                  </a:cubicBezTo>
                  <a:cubicBezTo>
                    <a:pt x="1216" y="14286"/>
                    <a:pt x="973" y="14013"/>
                    <a:pt x="609" y="1401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53301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3" y="183"/>
                  </a:cubicBezTo>
                  <a:cubicBezTo>
                    <a:pt x="92" y="274"/>
                    <a:pt x="1" y="426"/>
                    <a:pt x="1" y="578"/>
                  </a:cubicBezTo>
                  <a:cubicBezTo>
                    <a:pt x="1" y="730"/>
                    <a:pt x="92" y="882"/>
                    <a:pt x="21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00" y="1186"/>
                    <a:pt x="761" y="1156"/>
                    <a:pt x="852" y="1125"/>
                  </a:cubicBezTo>
                  <a:cubicBezTo>
                    <a:pt x="912" y="1125"/>
                    <a:pt x="1004" y="1034"/>
                    <a:pt x="1034" y="1004"/>
                  </a:cubicBezTo>
                  <a:cubicBezTo>
                    <a:pt x="1156" y="882"/>
                    <a:pt x="1216" y="730"/>
                    <a:pt x="1216" y="578"/>
                  </a:cubicBezTo>
                  <a:cubicBezTo>
                    <a:pt x="1216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5412225" y="1712325"/>
              <a:ext cx="30425" cy="468875"/>
            </a:xfrm>
            <a:custGeom>
              <a:rect b="b" l="l" r="r" t="t"/>
              <a:pathLst>
                <a:path extrusionOk="0" h="18755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  <a:moveTo>
                    <a:pt x="608" y="3526"/>
                  </a:moveTo>
                  <a:cubicBezTo>
                    <a:pt x="274" y="3526"/>
                    <a:pt x="0" y="3800"/>
                    <a:pt x="0" y="4134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3" y="4742"/>
                    <a:pt x="1216" y="4469"/>
                    <a:pt x="1216" y="4134"/>
                  </a:cubicBezTo>
                  <a:cubicBezTo>
                    <a:pt x="1216" y="3800"/>
                    <a:pt x="943" y="3526"/>
                    <a:pt x="608" y="3526"/>
                  </a:cubicBezTo>
                  <a:close/>
                  <a:moveTo>
                    <a:pt x="608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64"/>
                    <a:pt x="274" y="8238"/>
                    <a:pt x="608" y="8238"/>
                  </a:cubicBezTo>
                  <a:cubicBezTo>
                    <a:pt x="943" y="8238"/>
                    <a:pt x="1216" y="7964"/>
                    <a:pt x="1216" y="7630"/>
                  </a:cubicBezTo>
                  <a:cubicBezTo>
                    <a:pt x="1216" y="7295"/>
                    <a:pt x="943" y="7022"/>
                    <a:pt x="608" y="7022"/>
                  </a:cubicBezTo>
                  <a:close/>
                  <a:moveTo>
                    <a:pt x="608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33"/>
                    <a:pt x="608" y="11733"/>
                  </a:cubicBezTo>
                  <a:cubicBezTo>
                    <a:pt x="943" y="11733"/>
                    <a:pt x="1216" y="11460"/>
                    <a:pt x="1216" y="11125"/>
                  </a:cubicBezTo>
                  <a:cubicBezTo>
                    <a:pt x="1216" y="10791"/>
                    <a:pt x="943" y="10517"/>
                    <a:pt x="608" y="1051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55"/>
                    <a:pt x="274" y="15229"/>
                    <a:pt x="608" y="15229"/>
                  </a:cubicBezTo>
                  <a:cubicBezTo>
                    <a:pt x="943" y="15229"/>
                    <a:pt x="1216" y="14955"/>
                    <a:pt x="1216" y="14621"/>
                  </a:cubicBezTo>
                  <a:cubicBezTo>
                    <a:pt x="1216" y="14286"/>
                    <a:pt x="943" y="14013"/>
                    <a:pt x="608" y="14013"/>
                  </a:cubicBezTo>
                  <a:close/>
                  <a:moveTo>
                    <a:pt x="608" y="17539"/>
                  </a:moveTo>
                  <a:cubicBezTo>
                    <a:pt x="274" y="17539"/>
                    <a:pt x="0" y="17812"/>
                    <a:pt x="0" y="18147"/>
                  </a:cubicBezTo>
                  <a:cubicBezTo>
                    <a:pt x="0" y="18450"/>
                    <a:pt x="274" y="18724"/>
                    <a:pt x="608" y="18754"/>
                  </a:cubicBezTo>
                  <a:cubicBezTo>
                    <a:pt x="943" y="18754"/>
                    <a:pt x="1216" y="18511"/>
                    <a:pt x="1216" y="18147"/>
                  </a:cubicBezTo>
                  <a:cubicBezTo>
                    <a:pt x="1216" y="17812"/>
                    <a:pt x="943" y="17539"/>
                    <a:pt x="608" y="1753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54122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06" y="1"/>
                  </a:moveTo>
                  <a:cubicBezTo>
                    <a:pt x="567" y="1"/>
                    <a:pt x="527" y="7"/>
                    <a:pt x="487" y="20"/>
                  </a:cubicBezTo>
                  <a:cubicBezTo>
                    <a:pt x="456" y="20"/>
                    <a:pt x="395" y="50"/>
                    <a:pt x="365" y="50"/>
                  </a:cubicBezTo>
                  <a:cubicBezTo>
                    <a:pt x="335" y="50"/>
                    <a:pt x="304" y="50"/>
                    <a:pt x="274" y="81"/>
                  </a:cubicBezTo>
                  <a:cubicBezTo>
                    <a:pt x="274" y="111"/>
                    <a:pt x="213" y="111"/>
                    <a:pt x="183" y="172"/>
                  </a:cubicBezTo>
                  <a:cubicBezTo>
                    <a:pt x="61" y="263"/>
                    <a:pt x="0" y="415"/>
                    <a:pt x="0" y="567"/>
                  </a:cubicBezTo>
                  <a:cubicBezTo>
                    <a:pt x="0" y="719"/>
                    <a:pt x="61" y="871"/>
                    <a:pt x="183" y="993"/>
                  </a:cubicBezTo>
                  <a:cubicBezTo>
                    <a:pt x="304" y="1114"/>
                    <a:pt x="456" y="1175"/>
                    <a:pt x="608" y="1175"/>
                  </a:cubicBezTo>
                  <a:cubicBezTo>
                    <a:pt x="760" y="1175"/>
                    <a:pt x="912" y="1114"/>
                    <a:pt x="1064" y="993"/>
                  </a:cubicBezTo>
                  <a:cubicBezTo>
                    <a:pt x="1095" y="993"/>
                    <a:pt x="1095" y="962"/>
                    <a:pt x="1125" y="932"/>
                  </a:cubicBezTo>
                  <a:cubicBezTo>
                    <a:pt x="1125" y="871"/>
                    <a:pt x="1155" y="841"/>
                    <a:pt x="1155" y="810"/>
                  </a:cubicBezTo>
                  <a:cubicBezTo>
                    <a:pt x="1155" y="780"/>
                    <a:pt x="1216" y="719"/>
                    <a:pt x="1216" y="689"/>
                  </a:cubicBezTo>
                  <a:lnTo>
                    <a:pt x="1216" y="567"/>
                  </a:lnTo>
                  <a:cubicBezTo>
                    <a:pt x="1216" y="415"/>
                    <a:pt x="1125" y="263"/>
                    <a:pt x="1003" y="172"/>
                  </a:cubicBezTo>
                  <a:cubicBezTo>
                    <a:pt x="885" y="77"/>
                    <a:pt x="748" y="1"/>
                    <a:pt x="60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5493525" y="1624925"/>
              <a:ext cx="30425" cy="556275"/>
            </a:xfrm>
            <a:custGeom>
              <a:rect b="b" l="l" r="r" t="t"/>
              <a:pathLst>
                <a:path extrusionOk="0" h="22251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70"/>
                    <a:pt x="1" y="4104"/>
                  </a:cubicBezTo>
                  <a:cubicBezTo>
                    <a:pt x="1" y="4439"/>
                    <a:pt x="274" y="4712"/>
                    <a:pt x="609" y="4712"/>
                  </a:cubicBezTo>
                  <a:cubicBezTo>
                    <a:pt x="943" y="4712"/>
                    <a:pt x="1217" y="4439"/>
                    <a:pt x="1217" y="4104"/>
                  </a:cubicBezTo>
                  <a:cubicBezTo>
                    <a:pt x="1217" y="3770"/>
                    <a:pt x="943" y="3496"/>
                    <a:pt x="609" y="3496"/>
                  </a:cubicBezTo>
                  <a:close/>
                  <a:moveTo>
                    <a:pt x="609" y="7022"/>
                  </a:moveTo>
                  <a:cubicBezTo>
                    <a:pt x="274" y="7022"/>
                    <a:pt x="1" y="7296"/>
                    <a:pt x="1" y="7630"/>
                  </a:cubicBezTo>
                  <a:cubicBezTo>
                    <a:pt x="1" y="7934"/>
                    <a:pt x="274" y="8208"/>
                    <a:pt x="609" y="8238"/>
                  </a:cubicBezTo>
                  <a:cubicBezTo>
                    <a:pt x="943" y="8238"/>
                    <a:pt x="1217" y="7965"/>
                    <a:pt x="1217" y="7630"/>
                  </a:cubicBezTo>
                  <a:cubicBezTo>
                    <a:pt x="1217" y="7296"/>
                    <a:pt x="943" y="7022"/>
                    <a:pt x="609" y="7022"/>
                  </a:cubicBezTo>
                  <a:close/>
                  <a:moveTo>
                    <a:pt x="609" y="10518"/>
                  </a:moveTo>
                  <a:cubicBezTo>
                    <a:pt x="274" y="10518"/>
                    <a:pt x="1" y="10791"/>
                    <a:pt x="1" y="11126"/>
                  </a:cubicBezTo>
                  <a:cubicBezTo>
                    <a:pt x="1" y="11460"/>
                    <a:pt x="274" y="11734"/>
                    <a:pt x="609" y="11734"/>
                  </a:cubicBezTo>
                  <a:cubicBezTo>
                    <a:pt x="943" y="11734"/>
                    <a:pt x="1217" y="11460"/>
                    <a:pt x="1217" y="11126"/>
                  </a:cubicBezTo>
                  <a:cubicBezTo>
                    <a:pt x="1217" y="10791"/>
                    <a:pt x="943" y="10518"/>
                    <a:pt x="609" y="10518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7"/>
                    <a:pt x="1" y="14621"/>
                  </a:cubicBezTo>
                  <a:cubicBezTo>
                    <a:pt x="1" y="14956"/>
                    <a:pt x="274" y="15229"/>
                    <a:pt x="609" y="15229"/>
                  </a:cubicBezTo>
                  <a:cubicBezTo>
                    <a:pt x="943" y="15229"/>
                    <a:pt x="1217" y="14956"/>
                    <a:pt x="1217" y="14621"/>
                  </a:cubicBezTo>
                  <a:cubicBezTo>
                    <a:pt x="1217" y="14287"/>
                    <a:pt x="943" y="14013"/>
                    <a:pt x="609" y="14013"/>
                  </a:cubicBezTo>
                  <a:close/>
                  <a:moveTo>
                    <a:pt x="609" y="17509"/>
                  </a:moveTo>
                  <a:cubicBezTo>
                    <a:pt x="274" y="17509"/>
                    <a:pt x="1" y="17782"/>
                    <a:pt x="1" y="18117"/>
                  </a:cubicBezTo>
                  <a:cubicBezTo>
                    <a:pt x="1" y="18451"/>
                    <a:pt x="274" y="18725"/>
                    <a:pt x="609" y="18725"/>
                  </a:cubicBezTo>
                  <a:cubicBezTo>
                    <a:pt x="943" y="18725"/>
                    <a:pt x="1217" y="18451"/>
                    <a:pt x="1217" y="18117"/>
                  </a:cubicBezTo>
                  <a:cubicBezTo>
                    <a:pt x="1217" y="17782"/>
                    <a:pt x="943" y="17509"/>
                    <a:pt x="609" y="17509"/>
                  </a:cubicBezTo>
                  <a:close/>
                  <a:moveTo>
                    <a:pt x="609" y="21035"/>
                  </a:moveTo>
                  <a:cubicBezTo>
                    <a:pt x="274" y="21035"/>
                    <a:pt x="1" y="21308"/>
                    <a:pt x="1" y="21643"/>
                  </a:cubicBezTo>
                  <a:cubicBezTo>
                    <a:pt x="1" y="21946"/>
                    <a:pt x="274" y="22220"/>
                    <a:pt x="609" y="22250"/>
                  </a:cubicBezTo>
                  <a:cubicBezTo>
                    <a:pt x="943" y="22250"/>
                    <a:pt x="1217" y="22007"/>
                    <a:pt x="1217" y="21643"/>
                  </a:cubicBezTo>
                  <a:cubicBezTo>
                    <a:pt x="1217" y="21308"/>
                    <a:pt x="943" y="21035"/>
                    <a:pt x="609" y="2103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54935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23" y="1"/>
                  </a:moveTo>
                  <a:cubicBezTo>
                    <a:pt x="579" y="1"/>
                    <a:pt x="534" y="7"/>
                    <a:pt x="487" y="20"/>
                  </a:cubicBezTo>
                  <a:cubicBezTo>
                    <a:pt x="457" y="20"/>
                    <a:pt x="426" y="50"/>
                    <a:pt x="396" y="50"/>
                  </a:cubicBezTo>
                  <a:cubicBezTo>
                    <a:pt x="365" y="50"/>
                    <a:pt x="305" y="50"/>
                    <a:pt x="274" y="81"/>
                  </a:cubicBezTo>
                  <a:cubicBezTo>
                    <a:pt x="274" y="111"/>
                    <a:pt x="244" y="111"/>
                    <a:pt x="183" y="172"/>
                  </a:cubicBezTo>
                  <a:cubicBezTo>
                    <a:pt x="92" y="263"/>
                    <a:pt x="1" y="415"/>
                    <a:pt x="1" y="567"/>
                  </a:cubicBezTo>
                  <a:cubicBezTo>
                    <a:pt x="1" y="719"/>
                    <a:pt x="92" y="871"/>
                    <a:pt x="183" y="993"/>
                  </a:cubicBezTo>
                  <a:cubicBezTo>
                    <a:pt x="305" y="1114"/>
                    <a:pt x="457" y="1175"/>
                    <a:pt x="609" y="1175"/>
                  </a:cubicBezTo>
                  <a:cubicBezTo>
                    <a:pt x="761" y="1175"/>
                    <a:pt x="913" y="1114"/>
                    <a:pt x="1065" y="993"/>
                  </a:cubicBezTo>
                  <a:cubicBezTo>
                    <a:pt x="1095" y="993"/>
                    <a:pt x="1095" y="962"/>
                    <a:pt x="1156" y="932"/>
                  </a:cubicBezTo>
                  <a:cubicBezTo>
                    <a:pt x="1156" y="871"/>
                    <a:pt x="1186" y="841"/>
                    <a:pt x="1186" y="810"/>
                  </a:cubicBezTo>
                  <a:cubicBezTo>
                    <a:pt x="1217" y="780"/>
                    <a:pt x="1217" y="719"/>
                    <a:pt x="1217" y="689"/>
                  </a:cubicBezTo>
                  <a:lnTo>
                    <a:pt x="1217" y="567"/>
                  </a:lnTo>
                  <a:cubicBezTo>
                    <a:pt x="1217" y="415"/>
                    <a:pt x="1156" y="263"/>
                    <a:pt x="1034" y="172"/>
                  </a:cubicBezTo>
                  <a:cubicBezTo>
                    <a:pt x="915" y="77"/>
                    <a:pt x="778" y="1"/>
                    <a:pt x="62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5576350" y="1537550"/>
              <a:ext cx="30425" cy="643650"/>
            </a:xfrm>
            <a:custGeom>
              <a:rect b="b" l="l" r="r" t="t"/>
              <a:pathLst>
                <a:path extrusionOk="0" h="2574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18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3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43" y="4712"/>
                    <a:pt x="1217" y="4438"/>
                    <a:pt x="1217" y="4104"/>
                  </a:cubicBezTo>
                  <a:cubicBezTo>
                    <a:pt x="1217" y="3769"/>
                    <a:pt x="94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43" y="8207"/>
                    <a:pt x="1217" y="7934"/>
                    <a:pt x="1217" y="7599"/>
                  </a:cubicBezTo>
                  <a:cubicBezTo>
                    <a:pt x="1217" y="7265"/>
                    <a:pt x="943" y="6991"/>
                    <a:pt x="609" y="699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91"/>
                    <a:pt x="1" y="11125"/>
                  </a:cubicBezTo>
                  <a:cubicBezTo>
                    <a:pt x="1" y="11429"/>
                    <a:pt x="274" y="11703"/>
                    <a:pt x="609" y="11733"/>
                  </a:cubicBezTo>
                  <a:cubicBezTo>
                    <a:pt x="943" y="11733"/>
                    <a:pt x="1217" y="11460"/>
                    <a:pt x="1217" y="11125"/>
                  </a:cubicBezTo>
                  <a:cubicBezTo>
                    <a:pt x="1217" y="10791"/>
                    <a:pt x="943" y="10517"/>
                    <a:pt x="609" y="1051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55"/>
                    <a:pt x="274" y="15229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74" y="17508"/>
                    <a:pt x="1" y="17782"/>
                    <a:pt x="1" y="18116"/>
                  </a:cubicBezTo>
                  <a:cubicBezTo>
                    <a:pt x="1" y="18451"/>
                    <a:pt x="274" y="1872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74" y="21004"/>
                    <a:pt x="1" y="21277"/>
                    <a:pt x="1" y="21612"/>
                  </a:cubicBezTo>
                  <a:cubicBezTo>
                    <a:pt x="1" y="21946"/>
                    <a:pt x="27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530"/>
                  </a:moveTo>
                  <a:cubicBezTo>
                    <a:pt x="274" y="24530"/>
                    <a:pt x="1" y="24803"/>
                    <a:pt x="1" y="25138"/>
                  </a:cubicBezTo>
                  <a:cubicBezTo>
                    <a:pt x="1" y="25441"/>
                    <a:pt x="274" y="25715"/>
                    <a:pt x="609" y="25745"/>
                  </a:cubicBezTo>
                  <a:cubicBezTo>
                    <a:pt x="943" y="25745"/>
                    <a:pt x="1217" y="25502"/>
                    <a:pt x="1217" y="25138"/>
                  </a:cubicBezTo>
                  <a:cubicBezTo>
                    <a:pt x="1217" y="24803"/>
                    <a:pt x="943" y="24530"/>
                    <a:pt x="609" y="2453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557560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5658425" y="1450150"/>
              <a:ext cx="30425" cy="731050"/>
            </a:xfrm>
            <a:custGeom>
              <a:rect b="b" l="l" r="r" t="t"/>
              <a:pathLst>
                <a:path extrusionOk="0" h="29242" w="1217">
                  <a:moveTo>
                    <a:pt x="608" y="1"/>
                  </a:moveTo>
                  <a:cubicBezTo>
                    <a:pt x="244" y="1"/>
                    <a:pt x="1" y="274"/>
                    <a:pt x="1" y="609"/>
                  </a:cubicBezTo>
                  <a:cubicBezTo>
                    <a:pt x="1" y="913"/>
                    <a:pt x="244" y="1186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44" y="3496"/>
                    <a:pt x="1" y="3770"/>
                    <a:pt x="1" y="4104"/>
                  </a:cubicBezTo>
                  <a:cubicBezTo>
                    <a:pt x="1" y="4439"/>
                    <a:pt x="244" y="468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44" y="6992"/>
                    <a:pt x="1" y="7235"/>
                    <a:pt x="1" y="7600"/>
                  </a:cubicBezTo>
                  <a:cubicBezTo>
                    <a:pt x="1" y="7934"/>
                    <a:pt x="24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44" y="10487"/>
                    <a:pt x="1" y="10761"/>
                    <a:pt x="1" y="11095"/>
                  </a:cubicBezTo>
                  <a:cubicBezTo>
                    <a:pt x="1" y="11430"/>
                    <a:pt x="244" y="11703"/>
                    <a:pt x="608" y="11703"/>
                  </a:cubicBezTo>
                  <a:cubicBezTo>
                    <a:pt x="943" y="11703"/>
                    <a:pt x="1216" y="11430"/>
                    <a:pt x="1216" y="11095"/>
                  </a:cubicBezTo>
                  <a:cubicBezTo>
                    <a:pt x="1216" y="10761"/>
                    <a:pt x="943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44" y="14013"/>
                    <a:pt x="1" y="14287"/>
                    <a:pt x="1" y="14621"/>
                  </a:cubicBezTo>
                  <a:cubicBezTo>
                    <a:pt x="1" y="14925"/>
                    <a:pt x="244" y="15199"/>
                    <a:pt x="608" y="15229"/>
                  </a:cubicBezTo>
                  <a:cubicBezTo>
                    <a:pt x="943" y="15229"/>
                    <a:pt x="1216" y="14956"/>
                    <a:pt x="1216" y="14621"/>
                  </a:cubicBezTo>
                  <a:cubicBezTo>
                    <a:pt x="1216" y="14287"/>
                    <a:pt x="943" y="14013"/>
                    <a:pt x="608" y="14013"/>
                  </a:cubicBezTo>
                  <a:close/>
                  <a:moveTo>
                    <a:pt x="608" y="17509"/>
                  </a:moveTo>
                  <a:cubicBezTo>
                    <a:pt x="244" y="17509"/>
                    <a:pt x="1" y="17782"/>
                    <a:pt x="1" y="18117"/>
                  </a:cubicBezTo>
                  <a:cubicBezTo>
                    <a:pt x="1" y="18451"/>
                    <a:pt x="244" y="18725"/>
                    <a:pt x="608" y="18725"/>
                  </a:cubicBezTo>
                  <a:cubicBezTo>
                    <a:pt x="943" y="18725"/>
                    <a:pt x="1216" y="18451"/>
                    <a:pt x="1216" y="18117"/>
                  </a:cubicBezTo>
                  <a:cubicBezTo>
                    <a:pt x="1216" y="17782"/>
                    <a:pt x="943" y="17509"/>
                    <a:pt x="608" y="17509"/>
                  </a:cubicBezTo>
                  <a:close/>
                  <a:moveTo>
                    <a:pt x="608" y="21004"/>
                  </a:moveTo>
                  <a:cubicBezTo>
                    <a:pt x="244" y="21004"/>
                    <a:pt x="1" y="21278"/>
                    <a:pt x="1" y="21612"/>
                  </a:cubicBezTo>
                  <a:cubicBezTo>
                    <a:pt x="1" y="21947"/>
                    <a:pt x="244" y="22220"/>
                    <a:pt x="608" y="22220"/>
                  </a:cubicBezTo>
                  <a:cubicBezTo>
                    <a:pt x="943" y="22220"/>
                    <a:pt x="1216" y="21947"/>
                    <a:pt x="1216" y="21612"/>
                  </a:cubicBezTo>
                  <a:cubicBezTo>
                    <a:pt x="1216" y="21278"/>
                    <a:pt x="943" y="21004"/>
                    <a:pt x="608" y="21004"/>
                  </a:cubicBezTo>
                  <a:close/>
                  <a:moveTo>
                    <a:pt x="608" y="24500"/>
                  </a:moveTo>
                  <a:cubicBezTo>
                    <a:pt x="244" y="24500"/>
                    <a:pt x="1" y="24773"/>
                    <a:pt x="1" y="25108"/>
                  </a:cubicBezTo>
                  <a:cubicBezTo>
                    <a:pt x="1" y="25442"/>
                    <a:pt x="244" y="25716"/>
                    <a:pt x="608" y="25716"/>
                  </a:cubicBezTo>
                  <a:cubicBezTo>
                    <a:pt x="943" y="25716"/>
                    <a:pt x="1216" y="25442"/>
                    <a:pt x="1216" y="25108"/>
                  </a:cubicBezTo>
                  <a:cubicBezTo>
                    <a:pt x="1216" y="24773"/>
                    <a:pt x="943" y="24500"/>
                    <a:pt x="608" y="24500"/>
                  </a:cubicBezTo>
                  <a:close/>
                  <a:moveTo>
                    <a:pt x="608" y="28026"/>
                  </a:moveTo>
                  <a:cubicBezTo>
                    <a:pt x="244" y="28026"/>
                    <a:pt x="1" y="28299"/>
                    <a:pt x="1" y="28634"/>
                  </a:cubicBezTo>
                  <a:cubicBezTo>
                    <a:pt x="1" y="28937"/>
                    <a:pt x="244" y="29211"/>
                    <a:pt x="608" y="29241"/>
                  </a:cubicBezTo>
                  <a:cubicBezTo>
                    <a:pt x="943" y="29241"/>
                    <a:pt x="1216" y="28998"/>
                    <a:pt x="1216" y="28634"/>
                  </a:cubicBezTo>
                  <a:cubicBezTo>
                    <a:pt x="1216" y="28299"/>
                    <a:pt x="943" y="28026"/>
                    <a:pt x="608" y="2802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5656900" y="2238925"/>
              <a:ext cx="28900" cy="29650"/>
            </a:xfrm>
            <a:custGeom>
              <a:rect b="b" l="l" r="r" t="t"/>
              <a:pathLst>
                <a:path extrusionOk="0" h="1186" w="1156">
                  <a:moveTo>
                    <a:pt x="578" y="1"/>
                  </a:moveTo>
                  <a:cubicBezTo>
                    <a:pt x="426" y="1"/>
                    <a:pt x="274" y="61"/>
                    <a:pt x="153" y="183"/>
                  </a:cubicBezTo>
                  <a:cubicBezTo>
                    <a:pt x="122" y="183"/>
                    <a:pt x="122" y="213"/>
                    <a:pt x="92" y="244"/>
                  </a:cubicBezTo>
                  <a:cubicBezTo>
                    <a:pt x="92" y="274"/>
                    <a:pt x="62" y="335"/>
                    <a:pt x="62" y="365"/>
                  </a:cubicBezTo>
                  <a:cubicBezTo>
                    <a:pt x="62" y="396"/>
                    <a:pt x="1" y="426"/>
                    <a:pt x="1" y="487"/>
                  </a:cubicBezTo>
                  <a:lnTo>
                    <a:pt x="1" y="578"/>
                  </a:lnTo>
                  <a:cubicBezTo>
                    <a:pt x="1" y="730"/>
                    <a:pt x="92" y="882"/>
                    <a:pt x="214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669" y="1186"/>
                    <a:pt x="700" y="1156"/>
                    <a:pt x="669" y="1156"/>
                  </a:cubicBezTo>
                  <a:cubicBezTo>
                    <a:pt x="700" y="1156"/>
                    <a:pt x="730" y="1125"/>
                    <a:pt x="761" y="1125"/>
                  </a:cubicBezTo>
                  <a:cubicBezTo>
                    <a:pt x="821" y="1125"/>
                    <a:pt x="852" y="1125"/>
                    <a:pt x="882" y="1095"/>
                  </a:cubicBezTo>
                  <a:cubicBezTo>
                    <a:pt x="882" y="1034"/>
                    <a:pt x="913" y="1034"/>
                    <a:pt x="973" y="1004"/>
                  </a:cubicBezTo>
                  <a:cubicBezTo>
                    <a:pt x="1065" y="882"/>
                    <a:pt x="1156" y="730"/>
                    <a:pt x="1156" y="578"/>
                  </a:cubicBezTo>
                  <a:lnTo>
                    <a:pt x="1156" y="487"/>
                  </a:lnTo>
                  <a:cubicBezTo>
                    <a:pt x="1156" y="426"/>
                    <a:pt x="1125" y="396"/>
                    <a:pt x="1125" y="365"/>
                  </a:cubicBezTo>
                  <a:cubicBezTo>
                    <a:pt x="1125" y="304"/>
                    <a:pt x="1125" y="274"/>
                    <a:pt x="1065" y="244"/>
                  </a:cubicBezTo>
                  <a:lnTo>
                    <a:pt x="1004" y="183"/>
                  </a:lnTo>
                  <a:cubicBezTo>
                    <a:pt x="882" y="61"/>
                    <a:pt x="730" y="1"/>
                    <a:pt x="57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5739725" y="1362025"/>
              <a:ext cx="30425" cy="819175"/>
            </a:xfrm>
            <a:custGeom>
              <a:rect b="b" l="l" r="r" t="t"/>
              <a:pathLst>
                <a:path extrusionOk="0" h="3276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43"/>
                    <a:pt x="943" y="0"/>
                    <a:pt x="609" y="0"/>
                  </a:cubicBezTo>
                  <a:close/>
                  <a:moveTo>
                    <a:pt x="609" y="3526"/>
                  </a:moveTo>
                  <a:cubicBezTo>
                    <a:pt x="274" y="3526"/>
                    <a:pt x="1" y="3799"/>
                    <a:pt x="1" y="4134"/>
                  </a:cubicBezTo>
                  <a:cubicBezTo>
                    <a:pt x="1" y="4438"/>
                    <a:pt x="274" y="4711"/>
                    <a:pt x="609" y="4742"/>
                  </a:cubicBezTo>
                  <a:cubicBezTo>
                    <a:pt x="943" y="4742"/>
                    <a:pt x="1217" y="4468"/>
                    <a:pt x="1217" y="4134"/>
                  </a:cubicBezTo>
                  <a:cubicBezTo>
                    <a:pt x="1217" y="3799"/>
                    <a:pt x="943" y="3526"/>
                    <a:pt x="609" y="3526"/>
                  </a:cubicBezTo>
                  <a:close/>
                  <a:moveTo>
                    <a:pt x="609" y="7021"/>
                  </a:moveTo>
                  <a:cubicBezTo>
                    <a:pt x="274" y="7021"/>
                    <a:pt x="1" y="7295"/>
                    <a:pt x="1" y="7629"/>
                  </a:cubicBezTo>
                  <a:cubicBezTo>
                    <a:pt x="1" y="7964"/>
                    <a:pt x="274" y="8207"/>
                    <a:pt x="609" y="8237"/>
                  </a:cubicBezTo>
                  <a:cubicBezTo>
                    <a:pt x="943" y="8237"/>
                    <a:pt x="1217" y="7964"/>
                    <a:pt x="1217" y="7629"/>
                  </a:cubicBezTo>
                  <a:cubicBezTo>
                    <a:pt x="1217" y="7295"/>
                    <a:pt x="943" y="7021"/>
                    <a:pt x="609" y="702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60"/>
                    <a:pt x="1" y="11125"/>
                  </a:cubicBezTo>
                  <a:cubicBezTo>
                    <a:pt x="1" y="11459"/>
                    <a:pt x="274" y="11733"/>
                    <a:pt x="609" y="11733"/>
                  </a:cubicBezTo>
                  <a:cubicBezTo>
                    <a:pt x="943" y="11733"/>
                    <a:pt x="1217" y="11459"/>
                    <a:pt x="1217" y="11125"/>
                  </a:cubicBezTo>
                  <a:cubicBezTo>
                    <a:pt x="1217" y="10790"/>
                    <a:pt x="943" y="10517"/>
                    <a:pt x="609" y="10517"/>
                  </a:cubicBezTo>
                  <a:close/>
                  <a:moveTo>
                    <a:pt x="609" y="14012"/>
                  </a:moveTo>
                  <a:cubicBezTo>
                    <a:pt x="274" y="14012"/>
                    <a:pt x="1" y="14286"/>
                    <a:pt x="1" y="14620"/>
                  </a:cubicBezTo>
                  <a:cubicBezTo>
                    <a:pt x="1" y="14955"/>
                    <a:pt x="274" y="15228"/>
                    <a:pt x="609" y="15228"/>
                  </a:cubicBezTo>
                  <a:cubicBezTo>
                    <a:pt x="943" y="15228"/>
                    <a:pt x="1217" y="14955"/>
                    <a:pt x="1217" y="14620"/>
                  </a:cubicBezTo>
                  <a:cubicBezTo>
                    <a:pt x="1217" y="14286"/>
                    <a:pt x="943" y="14012"/>
                    <a:pt x="609" y="14012"/>
                  </a:cubicBezTo>
                  <a:close/>
                  <a:moveTo>
                    <a:pt x="609" y="17538"/>
                  </a:moveTo>
                  <a:cubicBezTo>
                    <a:pt x="274" y="17538"/>
                    <a:pt x="1" y="17812"/>
                    <a:pt x="1" y="18146"/>
                  </a:cubicBezTo>
                  <a:cubicBezTo>
                    <a:pt x="1" y="18450"/>
                    <a:pt x="274" y="18724"/>
                    <a:pt x="609" y="18754"/>
                  </a:cubicBezTo>
                  <a:cubicBezTo>
                    <a:pt x="943" y="18754"/>
                    <a:pt x="1217" y="18481"/>
                    <a:pt x="1217" y="18146"/>
                  </a:cubicBezTo>
                  <a:cubicBezTo>
                    <a:pt x="1217" y="17812"/>
                    <a:pt x="943" y="17538"/>
                    <a:pt x="609" y="17538"/>
                  </a:cubicBezTo>
                  <a:close/>
                  <a:moveTo>
                    <a:pt x="609" y="21034"/>
                  </a:moveTo>
                  <a:cubicBezTo>
                    <a:pt x="274" y="21034"/>
                    <a:pt x="1" y="21307"/>
                    <a:pt x="1" y="21642"/>
                  </a:cubicBezTo>
                  <a:cubicBezTo>
                    <a:pt x="1" y="21976"/>
                    <a:pt x="274" y="22250"/>
                    <a:pt x="609" y="22250"/>
                  </a:cubicBezTo>
                  <a:cubicBezTo>
                    <a:pt x="943" y="22250"/>
                    <a:pt x="1217" y="21976"/>
                    <a:pt x="1217" y="21642"/>
                  </a:cubicBezTo>
                  <a:cubicBezTo>
                    <a:pt x="1217" y="21307"/>
                    <a:pt x="943" y="21034"/>
                    <a:pt x="609" y="21034"/>
                  </a:cubicBezTo>
                  <a:close/>
                  <a:moveTo>
                    <a:pt x="609" y="24529"/>
                  </a:moveTo>
                  <a:cubicBezTo>
                    <a:pt x="274" y="24529"/>
                    <a:pt x="1" y="24803"/>
                    <a:pt x="1" y="25137"/>
                  </a:cubicBezTo>
                  <a:cubicBezTo>
                    <a:pt x="1" y="25472"/>
                    <a:pt x="274" y="25745"/>
                    <a:pt x="609" y="25745"/>
                  </a:cubicBezTo>
                  <a:cubicBezTo>
                    <a:pt x="943" y="25745"/>
                    <a:pt x="1217" y="25472"/>
                    <a:pt x="1217" y="25137"/>
                  </a:cubicBezTo>
                  <a:cubicBezTo>
                    <a:pt x="1217" y="24803"/>
                    <a:pt x="943" y="24529"/>
                    <a:pt x="609" y="24529"/>
                  </a:cubicBezTo>
                  <a:close/>
                  <a:moveTo>
                    <a:pt x="609" y="28025"/>
                  </a:moveTo>
                  <a:cubicBezTo>
                    <a:pt x="274" y="28025"/>
                    <a:pt x="1" y="28298"/>
                    <a:pt x="1" y="28633"/>
                  </a:cubicBezTo>
                  <a:cubicBezTo>
                    <a:pt x="1" y="28967"/>
                    <a:pt x="274" y="29241"/>
                    <a:pt x="609" y="29241"/>
                  </a:cubicBezTo>
                  <a:cubicBezTo>
                    <a:pt x="943" y="29241"/>
                    <a:pt x="1217" y="28967"/>
                    <a:pt x="1217" y="28633"/>
                  </a:cubicBezTo>
                  <a:cubicBezTo>
                    <a:pt x="1217" y="28298"/>
                    <a:pt x="943" y="28025"/>
                    <a:pt x="609" y="28025"/>
                  </a:cubicBezTo>
                  <a:close/>
                  <a:moveTo>
                    <a:pt x="609" y="31551"/>
                  </a:moveTo>
                  <a:cubicBezTo>
                    <a:pt x="274" y="31551"/>
                    <a:pt x="1" y="31824"/>
                    <a:pt x="1" y="32159"/>
                  </a:cubicBezTo>
                  <a:cubicBezTo>
                    <a:pt x="1" y="32462"/>
                    <a:pt x="274" y="32736"/>
                    <a:pt x="609" y="32766"/>
                  </a:cubicBezTo>
                  <a:cubicBezTo>
                    <a:pt x="943" y="32766"/>
                    <a:pt x="1217" y="32523"/>
                    <a:pt x="1217" y="32159"/>
                  </a:cubicBezTo>
                  <a:cubicBezTo>
                    <a:pt x="1217" y="31824"/>
                    <a:pt x="943" y="31551"/>
                    <a:pt x="609" y="315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5738975" y="2239100"/>
              <a:ext cx="29650" cy="29475"/>
            </a:xfrm>
            <a:custGeom>
              <a:rect b="b" l="l" r="r" t="t"/>
              <a:pathLst>
                <a:path extrusionOk="0" h="1179" w="1186">
                  <a:moveTo>
                    <a:pt x="571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61" y="267"/>
                    <a:pt x="0" y="419"/>
                    <a:pt x="0" y="571"/>
                  </a:cubicBezTo>
                  <a:cubicBezTo>
                    <a:pt x="0" y="723"/>
                    <a:pt x="61" y="875"/>
                    <a:pt x="183" y="997"/>
                  </a:cubicBezTo>
                  <a:cubicBezTo>
                    <a:pt x="304" y="1118"/>
                    <a:pt x="456" y="1179"/>
                    <a:pt x="608" y="1179"/>
                  </a:cubicBezTo>
                  <a:cubicBezTo>
                    <a:pt x="669" y="1179"/>
                    <a:pt x="760" y="1149"/>
                    <a:pt x="791" y="1118"/>
                  </a:cubicBezTo>
                  <a:cubicBezTo>
                    <a:pt x="882" y="1118"/>
                    <a:pt x="943" y="1027"/>
                    <a:pt x="973" y="997"/>
                  </a:cubicBezTo>
                  <a:cubicBezTo>
                    <a:pt x="1095" y="875"/>
                    <a:pt x="1186" y="723"/>
                    <a:pt x="1186" y="571"/>
                  </a:cubicBezTo>
                  <a:lnTo>
                    <a:pt x="1186" y="480"/>
                  </a:lnTo>
                  <a:cubicBezTo>
                    <a:pt x="1186" y="419"/>
                    <a:pt x="1125" y="389"/>
                    <a:pt x="1125" y="358"/>
                  </a:cubicBezTo>
                  <a:cubicBezTo>
                    <a:pt x="1125" y="297"/>
                    <a:pt x="1125" y="267"/>
                    <a:pt x="1095" y="237"/>
                  </a:cubicBezTo>
                  <a:lnTo>
                    <a:pt x="1004" y="176"/>
                  </a:lnTo>
                  <a:cubicBezTo>
                    <a:pt x="1004" y="115"/>
                    <a:pt x="973" y="115"/>
                    <a:pt x="943" y="85"/>
                  </a:cubicBezTo>
                  <a:cubicBezTo>
                    <a:pt x="912" y="85"/>
                    <a:pt x="882" y="54"/>
                    <a:pt x="821" y="54"/>
                  </a:cubicBezTo>
                  <a:cubicBezTo>
                    <a:pt x="791" y="54"/>
                    <a:pt x="760" y="24"/>
                    <a:pt x="730" y="24"/>
                  </a:cubicBezTo>
                  <a:cubicBezTo>
                    <a:pt x="675" y="8"/>
                    <a:pt x="622" y="1"/>
                    <a:pt x="57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5821050" y="1274625"/>
              <a:ext cx="31175" cy="906575"/>
            </a:xfrm>
            <a:custGeom>
              <a:rect b="b" l="l" r="r" t="t"/>
              <a:pathLst>
                <a:path extrusionOk="0" h="36263" w="1247">
                  <a:moveTo>
                    <a:pt x="639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943"/>
                    <a:pt x="274" y="1216"/>
                    <a:pt x="639" y="1216"/>
                  </a:cubicBezTo>
                  <a:cubicBezTo>
                    <a:pt x="973" y="1216"/>
                    <a:pt x="1246" y="943"/>
                    <a:pt x="1246" y="608"/>
                  </a:cubicBezTo>
                  <a:cubicBezTo>
                    <a:pt x="1246" y="244"/>
                    <a:pt x="973" y="1"/>
                    <a:pt x="639" y="1"/>
                  </a:cubicBezTo>
                  <a:close/>
                  <a:moveTo>
                    <a:pt x="639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712"/>
                    <a:pt x="639" y="4712"/>
                  </a:cubicBezTo>
                  <a:cubicBezTo>
                    <a:pt x="973" y="4712"/>
                    <a:pt x="1246" y="4438"/>
                    <a:pt x="1246" y="4104"/>
                  </a:cubicBezTo>
                  <a:cubicBezTo>
                    <a:pt x="1246" y="3739"/>
                    <a:pt x="973" y="3496"/>
                    <a:pt x="639" y="3496"/>
                  </a:cubicBezTo>
                  <a:close/>
                  <a:moveTo>
                    <a:pt x="639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34"/>
                    <a:pt x="274" y="8207"/>
                    <a:pt x="639" y="8238"/>
                  </a:cubicBezTo>
                  <a:cubicBezTo>
                    <a:pt x="973" y="8238"/>
                    <a:pt x="1246" y="7964"/>
                    <a:pt x="1246" y="7630"/>
                  </a:cubicBezTo>
                  <a:cubicBezTo>
                    <a:pt x="1246" y="7295"/>
                    <a:pt x="973" y="7022"/>
                    <a:pt x="639" y="7022"/>
                  </a:cubicBezTo>
                  <a:close/>
                  <a:moveTo>
                    <a:pt x="639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03"/>
                    <a:pt x="639" y="11733"/>
                  </a:cubicBezTo>
                  <a:cubicBezTo>
                    <a:pt x="973" y="11733"/>
                    <a:pt x="1246" y="11460"/>
                    <a:pt x="1246" y="11125"/>
                  </a:cubicBezTo>
                  <a:cubicBezTo>
                    <a:pt x="1246" y="10791"/>
                    <a:pt x="973" y="10517"/>
                    <a:pt x="639" y="10517"/>
                  </a:cubicBezTo>
                  <a:close/>
                  <a:moveTo>
                    <a:pt x="639" y="14013"/>
                  </a:moveTo>
                  <a:cubicBezTo>
                    <a:pt x="274" y="14013"/>
                    <a:pt x="0" y="14256"/>
                    <a:pt x="0" y="14621"/>
                  </a:cubicBezTo>
                  <a:cubicBezTo>
                    <a:pt x="0" y="14955"/>
                    <a:pt x="274" y="15229"/>
                    <a:pt x="639" y="15229"/>
                  </a:cubicBezTo>
                  <a:cubicBezTo>
                    <a:pt x="973" y="15229"/>
                    <a:pt x="1246" y="14955"/>
                    <a:pt x="1246" y="14621"/>
                  </a:cubicBezTo>
                  <a:cubicBezTo>
                    <a:pt x="1246" y="14286"/>
                    <a:pt x="973" y="14013"/>
                    <a:pt x="639" y="14013"/>
                  </a:cubicBezTo>
                  <a:close/>
                  <a:moveTo>
                    <a:pt x="639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724"/>
                    <a:pt x="639" y="18724"/>
                  </a:cubicBezTo>
                  <a:cubicBezTo>
                    <a:pt x="973" y="18724"/>
                    <a:pt x="1246" y="18451"/>
                    <a:pt x="1246" y="18116"/>
                  </a:cubicBezTo>
                  <a:cubicBezTo>
                    <a:pt x="1246" y="17782"/>
                    <a:pt x="973" y="17508"/>
                    <a:pt x="639" y="17508"/>
                  </a:cubicBezTo>
                  <a:close/>
                  <a:moveTo>
                    <a:pt x="639" y="21034"/>
                  </a:moveTo>
                  <a:cubicBezTo>
                    <a:pt x="274" y="21034"/>
                    <a:pt x="0" y="21308"/>
                    <a:pt x="0" y="21642"/>
                  </a:cubicBezTo>
                  <a:cubicBezTo>
                    <a:pt x="0" y="21946"/>
                    <a:pt x="274" y="22220"/>
                    <a:pt x="639" y="22250"/>
                  </a:cubicBezTo>
                  <a:cubicBezTo>
                    <a:pt x="973" y="22250"/>
                    <a:pt x="1246" y="21977"/>
                    <a:pt x="1246" y="21642"/>
                  </a:cubicBezTo>
                  <a:cubicBezTo>
                    <a:pt x="1246" y="21308"/>
                    <a:pt x="973" y="21034"/>
                    <a:pt x="639" y="21034"/>
                  </a:cubicBezTo>
                  <a:close/>
                  <a:moveTo>
                    <a:pt x="639" y="24530"/>
                  </a:moveTo>
                  <a:cubicBezTo>
                    <a:pt x="274" y="24530"/>
                    <a:pt x="0" y="24803"/>
                    <a:pt x="0" y="25138"/>
                  </a:cubicBezTo>
                  <a:cubicBezTo>
                    <a:pt x="0" y="25472"/>
                    <a:pt x="274" y="25746"/>
                    <a:pt x="639" y="25746"/>
                  </a:cubicBezTo>
                  <a:cubicBezTo>
                    <a:pt x="973" y="25746"/>
                    <a:pt x="1246" y="25472"/>
                    <a:pt x="1246" y="25138"/>
                  </a:cubicBezTo>
                  <a:cubicBezTo>
                    <a:pt x="1246" y="24803"/>
                    <a:pt x="973" y="24530"/>
                    <a:pt x="639" y="24530"/>
                  </a:cubicBezTo>
                  <a:close/>
                  <a:moveTo>
                    <a:pt x="639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68"/>
                    <a:pt x="274" y="29241"/>
                    <a:pt x="639" y="29241"/>
                  </a:cubicBezTo>
                  <a:cubicBezTo>
                    <a:pt x="973" y="29241"/>
                    <a:pt x="1246" y="28968"/>
                    <a:pt x="1246" y="28633"/>
                  </a:cubicBezTo>
                  <a:cubicBezTo>
                    <a:pt x="1246" y="28299"/>
                    <a:pt x="973" y="28025"/>
                    <a:pt x="639" y="28025"/>
                  </a:cubicBezTo>
                  <a:close/>
                  <a:moveTo>
                    <a:pt x="639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39" y="32737"/>
                  </a:cubicBezTo>
                  <a:cubicBezTo>
                    <a:pt x="973" y="32737"/>
                    <a:pt x="1246" y="32463"/>
                    <a:pt x="1246" y="32129"/>
                  </a:cubicBezTo>
                  <a:cubicBezTo>
                    <a:pt x="1246" y="31794"/>
                    <a:pt x="973" y="31521"/>
                    <a:pt x="639" y="31521"/>
                  </a:cubicBezTo>
                  <a:close/>
                  <a:moveTo>
                    <a:pt x="639" y="35047"/>
                  </a:moveTo>
                  <a:cubicBezTo>
                    <a:pt x="274" y="35047"/>
                    <a:pt x="0" y="35320"/>
                    <a:pt x="0" y="35655"/>
                  </a:cubicBezTo>
                  <a:cubicBezTo>
                    <a:pt x="0" y="35958"/>
                    <a:pt x="274" y="36232"/>
                    <a:pt x="639" y="36262"/>
                  </a:cubicBezTo>
                  <a:cubicBezTo>
                    <a:pt x="973" y="36262"/>
                    <a:pt x="1246" y="36019"/>
                    <a:pt x="1246" y="35655"/>
                  </a:cubicBezTo>
                  <a:cubicBezTo>
                    <a:pt x="1246" y="35320"/>
                    <a:pt x="973" y="35047"/>
                    <a:pt x="639" y="3504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582105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65" y="31"/>
                  </a:cubicBezTo>
                  <a:cubicBezTo>
                    <a:pt x="335" y="31"/>
                    <a:pt x="274" y="31"/>
                    <a:pt x="243" y="62"/>
                  </a:cubicBezTo>
                  <a:cubicBezTo>
                    <a:pt x="243" y="92"/>
                    <a:pt x="213" y="92"/>
                    <a:pt x="152" y="122"/>
                  </a:cubicBezTo>
                  <a:cubicBezTo>
                    <a:pt x="122" y="122"/>
                    <a:pt x="122" y="183"/>
                    <a:pt x="91" y="214"/>
                  </a:cubicBezTo>
                  <a:cubicBezTo>
                    <a:pt x="91" y="244"/>
                    <a:pt x="61" y="274"/>
                    <a:pt x="61" y="335"/>
                  </a:cubicBezTo>
                  <a:cubicBezTo>
                    <a:pt x="61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61" y="761"/>
                    <a:pt x="61" y="791"/>
                  </a:cubicBezTo>
                  <a:cubicBezTo>
                    <a:pt x="61" y="822"/>
                    <a:pt x="61" y="852"/>
                    <a:pt x="9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99" y="1156"/>
                    <a:pt x="760" y="1126"/>
                    <a:pt x="821" y="1095"/>
                  </a:cubicBezTo>
                  <a:cubicBezTo>
                    <a:pt x="882" y="1095"/>
                    <a:pt x="973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125" y="822"/>
                    <a:pt x="1125" y="791"/>
                  </a:cubicBezTo>
                  <a:cubicBezTo>
                    <a:pt x="1125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26"/>
                  </a:lnTo>
                  <a:cubicBezTo>
                    <a:pt x="1155" y="396"/>
                    <a:pt x="1125" y="366"/>
                    <a:pt x="1125" y="335"/>
                  </a:cubicBezTo>
                  <a:cubicBezTo>
                    <a:pt x="1125" y="274"/>
                    <a:pt x="1125" y="244"/>
                    <a:pt x="1064" y="214"/>
                  </a:cubicBezTo>
                  <a:lnTo>
                    <a:pt x="1003" y="122"/>
                  </a:lnTo>
                  <a:cubicBezTo>
                    <a:pt x="1003" y="92"/>
                    <a:pt x="973" y="92"/>
                    <a:pt x="912" y="62"/>
                  </a:cubicBezTo>
                  <a:cubicBezTo>
                    <a:pt x="882" y="62"/>
                    <a:pt x="851" y="31"/>
                    <a:pt x="821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5903100" y="1187250"/>
              <a:ext cx="29675" cy="993950"/>
            </a:xfrm>
            <a:custGeom>
              <a:rect b="b" l="l" r="r" t="t"/>
              <a:pathLst>
                <a:path extrusionOk="0" h="39758" w="1187">
                  <a:moveTo>
                    <a:pt x="578" y="0"/>
                  </a:moveTo>
                  <a:cubicBezTo>
                    <a:pt x="275" y="0"/>
                    <a:pt x="1" y="243"/>
                    <a:pt x="1" y="608"/>
                  </a:cubicBezTo>
                  <a:cubicBezTo>
                    <a:pt x="1" y="942"/>
                    <a:pt x="275" y="1155"/>
                    <a:pt x="578" y="1185"/>
                  </a:cubicBezTo>
                  <a:cubicBezTo>
                    <a:pt x="913" y="1185"/>
                    <a:pt x="1186" y="942"/>
                    <a:pt x="1186" y="608"/>
                  </a:cubicBezTo>
                  <a:cubicBezTo>
                    <a:pt x="1186" y="243"/>
                    <a:pt x="913" y="0"/>
                    <a:pt x="578" y="0"/>
                  </a:cubicBezTo>
                  <a:close/>
                  <a:moveTo>
                    <a:pt x="578" y="3496"/>
                  </a:moveTo>
                  <a:cubicBezTo>
                    <a:pt x="275" y="3496"/>
                    <a:pt x="1" y="3739"/>
                    <a:pt x="1" y="4103"/>
                  </a:cubicBezTo>
                  <a:cubicBezTo>
                    <a:pt x="1" y="4438"/>
                    <a:pt x="275" y="4711"/>
                    <a:pt x="578" y="4711"/>
                  </a:cubicBezTo>
                  <a:cubicBezTo>
                    <a:pt x="913" y="4711"/>
                    <a:pt x="1186" y="4438"/>
                    <a:pt x="1186" y="4103"/>
                  </a:cubicBezTo>
                  <a:cubicBezTo>
                    <a:pt x="1186" y="3739"/>
                    <a:pt x="913" y="3496"/>
                    <a:pt x="578" y="3496"/>
                  </a:cubicBezTo>
                  <a:close/>
                  <a:moveTo>
                    <a:pt x="578" y="6991"/>
                  </a:moveTo>
                  <a:cubicBezTo>
                    <a:pt x="275" y="6991"/>
                    <a:pt x="1" y="7234"/>
                    <a:pt x="1" y="7599"/>
                  </a:cubicBezTo>
                  <a:cubicBezTo>
                    <a:pt x="1" y="7933"/>
                    <a:pt x="275" y="8207"/>
                    <a:pt x="578" y="8207"/>
                  </a:cubicBezTo>
                  <a:cubicBezTo>
                    <a:pt x="913" y="8207"/>
                    <a:pt x="1186" y="7933"/>
                    <a:pt x="1186" y="7599"/>
                  </a:cubicBezTo>
                  <a:cubicBezTo>
                    <a:pt x="1186" y="7234"/>
                    <a:pt x="913" y="6991"/>
                    <a:pt x="578" y="6991"/>
                  </a:cubicBezTo>
                  <a:close/>
                  <a:moveTo>
                    <a:pt x="578" y="10517"/>
                  </a:moveTo>
                  <a:cubicBezTo>
                    <a:pt x="275" y="10517"/>
                    <a:pt x="1" y="10790"/>
                    <a:pt x="1" y="11125"/>
                  </a:cubicBezTo>
                  <a:cubicBezTo>
                    <a:pt x="1" y="11429"/>
                    <a:pt x="275" y="11702"/>
                    <a:pt x="578" y="11733"/>
                  </a:cubicBezTo>
                  <a:cubicBezTo>
                    <a:pt x="913" y="11733"/>
                    <a:pt x="1186" y="11459"/>
                    <a:pt x="1186" y="11125"/>
                  </a:cubicBezTo>
                  <a:cubicBezTo>
                    <a:pt x="1186" y="10790"/>
                    <a:pt x="913" y="10517"/>
                    <a:pt x="578" y="10517"/>
                  </a:cubicBezTo>
                  <a:close/>
                  <a:moveTo>
                    <a:pt x="578" y="14012"/>
                  </a:moveTo>
                  <a:cubicBezTo>
                    <a:pt x="275" y="14012"/>
                    <a:pt x="1" y="14286"/>
                    <a:pt x="1" y="14620"/>
                  </a:cubicBezTo>
                  <a:cubicBezTo>
                    <a:pt x="1" y="14955"/>
                    <a:pt x="275" y="15198"/>
                    <a:pt x="578" y="15228"/>
                  </a:cubicBezTo>
                  <a:cubicBezTo>
                    <a:pt x="913" y="15228"/>
                    <a:pt x="1186" y="14955"/>
                    <a:pt x="1186" y="14620"/>
                  </a:cubicBezTo>
                  <a:cubicBezTo>
                    <a:pt x="1186" y="14286"/>
                    <a:pt x="913" y="14012"/>
                    <a:pt x="578" y="14012"/>
                  </a:cubicBezTo>
                  <a:close/>
                  <a:moveTo>
                    <a:pt x="578" y="17508"/>
                  </a:moveTo>
                  <a:cubicBezTo>
                    <a:pt x="275" y="17508"/>
                    <a:pt x="1" y="17751"/>
                    <a:pt x="1" y="18116"/>
                  </a:cubicBezTo>
                  <a:cubicBezTo>
                    <a:pt x="1" y="18450"/>
                    <a:pt x="275" y="18724"/>
                    <a:pt x="578" y="18724"/>
                  </a:cubicBezTo>
                  <a:cubicBezTo>
                    <a:pt x="913" y="18724"/>
                    <a:pt x="1186" y="18450"/>
                    <a:pt x="1186" y="18116"/>
                  </a:cubicBezTo>
                  <a:cubicBezTo>
                    <a:pt x="1186" y="17781"/>
                    <a:pt x="913" y="17508"/>
                    <a:pt x="578" y="17508"/>
                  </a:cubicBezTo>
                  <a:close/>
                  <a:moveTo>
                    <a:pt x="578" y="21003"/>
                  </a:moveTo>
                  <a:cubicBezTo>
                    <a:pt x="275" y="21003"/>
                    <a:pt x="1" y="21277"/>
                    <a:pt x="1" y="21611"/>
                  </a:cubicBezTo>
                  <a:cubicBezTo>
                    <a:pt x="1" y="21946"/>
                    <a:pt x="275" y="22219"/>
                    <a:pt x="578" y="22219"/>
                  </a:cubicBezTo>
                  <a:cubicBezTo>
                    <a:pt x="913" y="22219"/>
                    <a:pt x="1186" y="21946"/>
                    <a:pt x="1186" y="21611"/>
                  </a:cubicBezTo>
                  <a:cubicBezTo>
                    <a:pt x="1186" y="21277"/>
                    <a:pt x="913" y="21003"/>
                    <a:pt x="578" y="21003"/>
                  </a:cubicBezTo>
                  <a:close/>
                  <a:moveTo>
                    <a:pt x="578" y="24529"/>
                  </a:moveTo>
                  <a:cubicBezTo>
                    <a:pt x="275" y="24529"/>
                    <a:pt x="1" y="24803"/>
                    <a:pt x="1" y="25137"/>
                  </a:cubicBezTo>
                  <a:cubicBezTo>
                    <a:pt x="1" y="25441"/>
                    <a:pt x="275" y="25715"/>
                    <a:pt x="578" y="25745"/>
                  </a:cubicBezTo>
                  <a:cubicBezTo>
                    <a:pt x="913" y="25745"/>
                    <a:pt x="1186" y="25472"/>
                    <a:pt x="1186" y="25137"/>
                  </a:cubicBezTo>
                  <a:cubicBezTo>
                    <a:pt x="1186" y="24803"/>
                    <a:pt x="913" y="24529"/>
                    <a:pt x="578" y="24529"/>
                  </a:cubicBezTo>
                  <a:close/>
                  <a:moveTo>
                    <a:pt x="578" y="28025"/>
                  </a:moveTo>
                  <a:cubicBezTo>
                    <a:pt x="275" y="28025"/>
                    <a:pt x="1" y="28298"/>
                    <a:pt x="1" y="28633"/>
                  </a:cubicBezTo>
                  <a:cubicBezTo>
                    <a:pt x="1" y="28967"/>
                    <a:pt x="275" y="29241"/>
                    <a:pt x="578" y="29241"/>
                  </a:cubicBezTo>
                  <a:cubicBezTo>
                    <a:pt x="913" y="29241"/>
                    <a:pt x="1186" y="28967"/>
                    <a:pt x="1186" y="28633"/>
                  </a:cubicBezTo>
                  <a:cubicBezTo>
                    <a:pt x="1186" y="28298"/>
                    <a:pt x="913" y="28025"/>
                    <a:pt x="578" y="28025"/>
                  </a:cubicBezTo>
                  <a:close/>
                  <a:moveTo>
                    <a:pt x="578" y="31520"/>
                  </a:moveTo>
                  <a:cubicBezTo>
                    <a:pt x="275" y="31520"/>
                    <a:pt x="1" y="31794"/>
                    <a:pt x="1" y="32128"/>
                  </a:cubicBezTo>
                  <a:cubicBezTo>
                    <a:pt x="1" y="32463"/>
                    <a:pt x="275" y="32736"/>
                    <a:pt x="578" y="32736"/>
                  </a:cubicBezTo>
                  <a:cubicBezTo>
                    <a:pt x="913" y="32736"/>
                    <a:pt x="1186" y="32463"/>
                    <a:pt x="1186" y="32128"/>
                  </a:cubicBezTo>
                  <a:cubicBezTo>
                    <a:pt x="1186" y="31794"/>
                    <a:pt x="913" y="31520"/>
                    <a:pt x="578" y="31520"/>
                  </a:cubicBezTo>
                  <a:close/>
                  <a:moveTo>
                    <a:pt x="578" y="35016"/>
                  </a:moveTo>
                  <a:cubicBezTo>
                    <a:pt x="275" y="35016"/>
                    <a:pt x="1" y="35289"/>
                    <a:pt x="1" y="35624"/>
                  </a:cubicBezTo>
                  <a:cubicBezTo>
                    <a:pt x="1" y="35958"/>
                    <a:pt x="275" y="36232"/>
                    <a:pt x="578" y="36232"/>
                  </a:cubicBezTo>
                  <a:cubicBezTo>
                    <a:pt x="913" y="36232"/>
                    <a:pt x="1186" y="35958"/>
                    <a:pt x="1186" y="35624"/>
                  </a:cubicBezTo>
                  <a:cubicBezTo>
                    <a:pt x="1186" y="35289"/>
                    <a:pt x="913" y="35016"/>
                    <a:pt x="578" y="35016"/>
                  </a:cubicBezTo>
                  <a:close/>
                  <a:moveTo>
                    <a:pt x="578" y="38542"/>
                  </a:moveTo>
                  <a:cubicBezTo>
                    <a:pt x="275" y="38542"/>
                    <a:pt x="1" y="38815"/>
                    <a:pt x="1" y="39150"/>
                  </a:cubicBezTo>
                  <a:cubicBezTo>
                    <a:pt x="1" y="39453"/>
                    <a:pt x="275" y="39727"/>
                    <a:pt x="578" y="39757"/>
                  </a:cubicBezTo>
                  <a:cubicBezTo>
                    <a:pt x="913" y="39757"/>
                    <a:pt x="1186" y="39514"/>
                    <a:pt x="1186" y="39150"/>
                  </a:cubicBezTo>
                  <a:cubicBezTo>
                    <a:pt x="1186" y="38815"/>
                    <a:pt x="913" y="38542"/>
                    <a:pt x="578" y="385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59031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72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92" y="267"/>
                    <a:pt x="1" y="419"/>
                    <a:pt x="1" y="571"/>
                  </a:cubicBezTo>
                  <a:cubicBezTo>
                    <a:pt x="1" y="723"/>
                    <a:pt x="92" y="875"/>
                    <a:pt x="183" y="997"/>
                  </a:cubicBezTo>
                  <a:cubicBezTo>
                    <a:pt x="305" y="1118"/>
                    <a:pt x="457" y="1179"/>
                    <a:pt x="609" y="1179"/>
                  </a:cubicBezTo>
                  <a:cubicBezTo>
                    <a:pt x="761" y="1179"/>
                    <a:pt x="913" y="1118"/>
                    <a:pt x="1034" y="997"/>
                  </a:cubicBezTo>
                  <a:cubicBezTo>
                    <a:pt x="1126" y="875"/>
                    <a:pt x="1217" y="723"/>
                    <a:pt x="1217" y="571"/>
                  </a:cubicBezTo>
                  <a:cubicBezTo>
                    <a:pt x="1217" y="419"/>
                    <a:pt x="1126" y="267"/>
                    <a:pt x="1034" y="176"/>
                  </a:cubicBezTo>
                  <a:cubicBezTo>
                    <a:pt x="1034" y="115"/>
                    <a:pt x="974" y="115"/>
                    <a:pt x="943" y="85"/>
                  </a:cubicBezTo>
                  <a:cubicBezTo>
                    <a:pt x="913" y="85"/>
                    <a:pt x="882" y="54"/>
                    <a:pt x="822" y="54"/>
                  </a:cubicBezTo>
                  <a:cubicBezTo>
                    <a:pt x="791" y="54"/>
                    <a:pt x="761" y="24"/>
                    <a:pt x="730" y="24"/>
                  </a:cubicBezTo>
                  <a:cubicBezTo>
                    <a:pt x="675" y="8"/>
                    <a:pt x="623" y="1"/>
                    <a:pt x="57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5985175" y="1099850"/>
              <a:ext cx="30425" cy="1081350"/>
            </a:xfrm>
            <a:custGeom>
              <a:rect b="b" l="l" r="r" t="t"/>
              <a:pathLst>
                <a:path extrusionOk="0" h="43254" w="1217">
                  <a:moveTo>
                    <a:pt x="609" y="1"/>
                  </a:moveTo>
                  <a:cubicBezTo>
                    <a:pt x="244" y="1"/>
                    <a:pt x="1" y="244"/>
                    <a:pt x="1" y="608"/>
                  </a:cubicBezTo>
                  <a:cubicBezTo>
                    <a:pt x="1" y="882"/>
                    <a:pt x="244" y="1156"/>
                    <a:pt x="609" y="1186"/>
                  </a:cubicBezTo>
                  <a:cubicBezTo>
                    <a:pt x="943" y="1186"/>
                    <a:pt x="1217" y="943"/>
                    <a:pt x="1217" y="608"/>
                  </a:cubicBezTo>
                  <a:cubicBezTo>
                    <a:pt x="1217" y="24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44" y="3496"/>
                    <a:pt x="1" y="3739"/>
                    <a:pt x="1" y="4104"/>
                  </a:cubicBezTo>
                  <a:cubicBezTo>
                    <a:pt x="1" y="4438"/>
                    <a:pt x="244" y="4651"/>
                    <a:pt x="609" y="4681"/>
                  </a:cubicBezTo>
                  <a:cubicBezTo>
                    <a:pt x="943" y="4681"/>
                    <a:pt x="1217" y="4438"/>
                    <a:pt x="1217" y="4104"/>
                  </a:cubicBezTo>
                  <a:cubicBezTo>
                    <a:pt x="1217" y="3739"/>
                    <a:pt x="943" y="3496"/>
                    <a:pt x="609" y="3496"/>
                  </a:cubicBezTo>
                  <a:close/>
                  <a:moveTo>
                    <a:pt x="609" y="6992"/>
                  </a:moveTo>
                  <a:cubicBezTo>
                    <a:pt x="244" y="6992"/>
                    <a:pt x="1" y="7235"/>
                    <a:pt x="1" y="7599"/>
                  </a:cubicBezTo>
                  <a:cubicBezTo>
                    <a:pt x="1" y="7902"/>
                    <a:pt x="200" y="8155"/>
                    <a:pt x="509" y="8155"/>
                  </a:cubicBezTo>
                  <a:cubicBezTo>
                    <a:pt x="541" y="8155"/>
                    <a:pt x="574" y="8152"/>
                    <a:pt x="609" y="8147"/>
                  </a:cubicBezTo>
                  <a:cubicBezTo>
                    <a:pt x="943" y="8147"/>
                    <a:pt x="1217" y="7934"/>
                    <a:pt x="1217" y="7599"/>
                  </a:cubicBezTo>
                  <a:cubicBezTo>
                    <a:pt x="1217" y="7235"/>
                    <a:pt x="943" y="6992"/>
                    <a:pt x="609" y="6992"/>
                  </a:cubicBezTo>
                  <a:close/>
                  <a:moveTo>
                    <a:pt x="609" y="10487"/>
                  </a:moveTo>
                  <a:cubicBezTo>
                    <a:pt x="244" y="10487"/>
                    <a:pt x="1" y="10730"/>
                    <a:pt x="1" y="11095"/>
                  </a:cubicBezTo>
                  <a:cubicBezTo>
                    <a:pt x="1" y="11429"/>
                    <a:pt x="244" y="11703"/>
                    <a:pt x="609" y="11703"/>
                  </a:cubicBezTo>
                  <a:cubicBezTo>
                    <a:pt x="943" y="11703"/>
                    <a:pt x="1217" y="11429"/>
                    <a:pt x="1217" y="11095"/>
                  </a:cubicBezTo>
                  <a:cubicBezTo>
                    <a:pt x="1217" y="10730"/>
                    <a:pt x="94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44" y="14013"/>
                    <a:pt x="1" y="14286"/>
                    <a:pt x="1" y="14621"/>
                  </a:cubicBezTo>
                  <a:cubicBezTo>
                    <a:pt x="1" y="14925"/>
                    <a:pt x="244" y="15198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44" y="17508"/>
                    <a:pt x="1" y="17782"/>
                    <a:pt x="1" y="18116"/>
                  </a:cubicBezTo>
                  <a:cubicBezTo>
                    <a:pt x="1" y="18451"/>
                    <a:pt x="244" y="1869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44" y="21004"/>
                    <a:pt x="1" y="21247"/>
                    <a:pt x="1" y="21612"/>
                  </a:cubicBezTo>
                  <a:cubicBezTo>
                    <a:pt x="1" y="21946"/>
                    <a:pt x="24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499"/>
                  </a:moveTo>
                  <a:cubicBezTo>
                    <a:pt x="244" y="24499"/>
                    <a:pt x="1" y="24773"/>
                    <a:pt x="1" y="25107"/>
                  </a:cubicBezTo>
                  <a:cubicBezTo>
                    <a:pt x="1" y="25442"/>
                    <a:pt x="244" y="25715"/>
                    <a:pt x="609" y="25715"/>
                  </a:cubicBezTo>
                  <a:cubicBezTo>
                    <a:pt x="943" y="25715"/>
                    <a:pt x="1217" y="25442"/>
                    <a:pt x="1217" y="25107"/>
                  </a:cubicBezTo>
                  <a:cubicBezTo>
                    <a:pt x="1217" y="24773"/>
                    <a:pt x="943" y="24499"/>
                    <a:pt x="609" y="24499"/>
                  </a:cubicBezTo>
                  <a:close/>
                  <a:moveTo>
                    <a:pt x="609" y="28025"/>
                  </a:moveTo>
                  <a:cubicBezTo>
                    <a:pt x="244" y="28025"/>
                    <a:pt x="1" y="28299"/>
                    <a:pt x="1" y="28633"/>
                  </a:cubicBezTo>
                  <a:cubicBezTo>
                    <a:pt x="1" y="28937"/>
                    <a:pt x="244" y="29211"/>
                    <a:pt x="609" y="29241"/>
                  </a:cubicBezTo>
                  <a:cubicBezTo>
                    <a:pt x="943" y="29241"/>
                    <a:pt x="1217" y="28968"/>
                    <a:pt x="1217" y="28633"/>
                  </a:cubicBezTo>
                  <a:cubicBezTo>
                    <a:pt x="1217" y="28299"/>
                    <a:pt x="943" y="28025"/>
                    <a:pt x="609" y="28025"/>
                  </a:cubicBezTo>
                  <a:close/>
                  <a:moveTo>
                    <a:pt x="609" y="31521"/>
                  </a:moveTo>
                  <a:cubicBezTo>
                    <a:pt x="244" y="31521"/>
                    <a:pt x="1" y="31794"/>
                    <a:pt x="1" y="32129"/>
                  </a:cubicBezTo>
                  <a:cubicBezTo>
                    <a:pt x="1" y="32463"/>
                    <a:pt x="244" y="32737"/>
                    <a:pt x="609" y="32737"/>
                  </a:cubicBezTo>
                  <a:cubicBezTo>
                    <a:pt x="943" y="32737"/>
                    <a:pt x="1217" y="32463"/>
                    <a:pt x="1217" y="32129"/>
                  </a:cubicBezTo>
                  <a:cubicBezTo>
                    <a:pt x="1217" y="31794"/>
                    <a:pt x="943" y="31521"/>
                    <a:pt x="609" y="31521"/>
                  </a:cubicBezTo>
                  <a:close/>
                  <a:moveTo>
                    <a:pt x="609" y="35016"/>
                  </a:moveTo>
                  <a:cubicBezTo>
                    <a:pt x="244" y="35016"/>
                    <a:pt x="1" y="35290"/>
                    <a:pt x="1" y="35624"/>
                  </a:cubicBezTo>
                  <a:cubicBezTo>
                    <a:pt x="1" y="35959"/>
                    <a:pt x="244" y="36232"/>
                    <a:pt x="609" y="36232"/>
                  </a:cubicBezTo>
                  <a:cubicBezTo>
                    <a:pt x="943" y="36232"/>
                    <a:pt x="1217" y="35959"/>
                    <a:pt x="1217" y="35624"/>
                  </a:cubicBezTo>
                  <a:cubicBezTo>
                    <a:pt x="1217" y="35290"/>
                    <a:pt x="943" y="35016"/>
                    <a:pt x="609" y="35016"/>
                  </a:cubicBezTo>
                  <a:close/>
                  <a:moveTo>
                    <a:pt x="609" y="38512"/>
                  </a:moveTo>
                  <a:cubicBezTo>
                    <a:pt x="244" y="38512"/>
                    <a:pt x="1" y="38785"/>
                    <a:pt x="1" y="39120"/>
                  </a:cubicBezTo>
                  <a:cubicBezTo>
                    <a:pt x="1" y="39454"/>
                    <a:pt x="244" y="39728"/>
                    <a:pt x="609" y="39728"/>
                  </a:cubicBezTo>
                  <a:cubicBezTo>
                    <a:pt x="943" y="39728"/>
                    <a:pt x="1217" y="39454"/>
                    <a:pt x="1217" y="39120"/>
                  </a:cubicBezTo>
                  <a:cubicBezTo>
                    <a:pt x="1217" y="38785"/>
                    <a:pt x="943" y="38512"/>
                    <a:pt x="609" y="38512"/>
                  </a:cubicBezTo>
                  <a:close/>
                  <a:moveTo>
                    <a:pt x="609" y="42038"/>
                  </a:moveTo>
                  <a:cubicBezTo>
                    <a:pt x="244" y="42038"/>
                    <a:pt x="1" y="42311"/>
                    <a:pt x="1" y="42646"/>
                  </a:cubicBezTo>
                  <a:cubicBezTo>
                    <a:pt x="1" y="42949"/>
                    <a:pt x="244" y="43223"/>
                    <a:pt x="609" y="43253"/>
                  </a:cubicBezTo>
                  <a:cubicBezTo>
                    <a:pt x="943" y="43253"/>
                    <a:pt x="1217" y="43010"/>
                    <a:pt x="1217" y="42646"/>
                  </a:cubicBezTo>
                  <a:cubicBezTo>
                    <a:pt x="1217" y="42311"/>
                    <a:pt x="943" y="42038"/>
                    <a:pt x="609" y="4203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5985950" y="2239675"/>
              <a:ext cx="28125" cy="28900"/>
            </a:xfrm>
            <a:custGeom>
              <a:rect b="b" l="l" r="r" t="t"/>
              <a:pathLst>
                <a:path extrusionOk="0" h="1156" w="1125">
                  <a:moveTo>
                    <a:pt x="456" y="1"/>
                  </a:moveTo>
                  <a:cubicBezTo>
                    <a:pt x="426" y="1"/>
                    <a:pt x="365" y="31"/>
                    <a:pt x="334" y="31"/>
                  </a:cubicBezTo>
                  <a:cubicBezTo>
                    <a:pt x="304" y="31"/>
                    <a:pt x="274" y="31"/>
                    <a:pt x="213" y="62"/>
                  </a:cubicBezTo>
                  <a:cubicBezTo>
                    <a:pt x="213" y="92"/>
                    <a:pt x="182" y="92"/>
                    <a:pt x="152" y="122"/>
                  </a:cubicBezTo>
                  <a:cubicBezTo>
                    <a:pt x="122" y="122"/>
                    <a:pt x="122" y="183"/>
                    <a:pt x="61" y="214"/>
                  </a:cubicBezTo>
                  <a:cubicBezTo>
                    <a:pt x="61" y="244"/>
                    <a:pt x="30" y="274"/>
                    <a:pt x="30" y="335"/>
                  </a:cubicBezTo>
                  <a:cubicBezTo>
                    <a:pt x="0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30" y="761"/>
                    <a:pt x="30" y="791"/>
                  </a:cubicBezTo>
                  <a:cubicBezTo>
                    <a:pt x="30" y="822"/>
                    <a:pt x="30" y="852"/>
                    <a:pt x="6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38" y="1156"/>
                    <a:pt x="730" y="1126"/>
                    <a:pt x="790" y="1095"/>
                  </a:cubicBezTo>
                  <a:cubicBezTo>
                    <a:pt x="882" y="1095"/>
                    <a:pt x="942" y="1004"/>
                    <a:pt x="973" y="974"/>
                  </a:cubicBezTo>
                  <a:cubicBezTo>
                    <a:pt x="1003" y="974"/>
                    <a:pt x="1003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25" y="700"/>
                    <a:pt x="1125" y="670"/>
                  </a:cubicBezTo>
                  <a:lnTo>
                    <a:pt x="1125" y="548"/>
                  </a:lnTo>
                  <a:lnTo>
                    <a:pt x="1125" y="426"/>
                  </a:lnTo>
                  <a:cubicBezTo>
                    <a:pt x="112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973" y="122"/>
                  </a:lnTo>
                  <a:cubicBezTo>
                    <a:pt x="973" y="92"/>
                    <a:pt x="942" y="92"/>
                    <a:pt x="912" y="62"/>
                  </a:cubicBezTo>
                  <a:cubicBezTo>
                    <a:pt x="882" y="62"/>
                    <a:pt x="821" y="31"/>
                    <a:pt x="790" y="31"/>
                  </a:cubicBezTo>
                  <a:cubicBezTo>
                    <a:pt x="760" y="31"/>
                    <a:pt x="730" y="1"/>
                    <a:pt x="66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066500" y="1013225"/>
              <a:ext cx="30400" cy="28150"/>
            </a:xfrm>
            <a:custGeom>
              <a:rect b="b" l="l" r="r" t="t"/>
              <a:pathLst>
                <a:path extrusionOk="0" h="1126" w="1216">
                  <a:moveTo>
                    <a:pt x="486" y="0"/>
                  </a:moveTo>
                  <a:cubicBezTo>
                    <a:pt x="456" y="0"/>
                    <a:pt x="426" y="31"/>
                    <a:pt x="395" y="31"/>
                  </a:cubicBezTo>
                  <a:cubicBezTo>
                    <a:pt x="334" y="31"/>
                    <a:pt x="304" y="31"/>
                    <a:pt x="274" y="61"/>
                  </a:cubicBezTo>
                  <a:lnTo>
                    <a:pt x="182" y="152"/>
                  </a:lnTo>
                  <a:cubicBezTo>
                    <a:pt x="91" y="274"/>
                    <a:pt x="0" y="426"/>
                    <a:pt x="0" y="548"/>
                  </a:cubicBezTo>
                  <a:cubicBezTo>
                    <a:pt x="0" y="700"/>
                    <a:pt x="91" y="882"/>
                    <a:pt x="182" y="973"/>
                  </a:cubicBezTo>
                  <a:cubicBezTo>
                    <a:pt x="182" y="1034"/>
                    <a:pt x="243" y="1034"/>
                    <a:pt x="274" y="1064"/>
                  </a:cubicBezTo>
                  <a:cubicBezTo>
                    <a:pt x="304" y="1064"/>
                    <a:pt x="334" y="1095"/>
                    <a:pt x="395" y="1095"/>
                  </a:cubicBezTo>
                  <a:cubicBezTo>
                    <a:pt x="426" y="1095"/>
                    <a:pt x="456" y="1125"/>
                    <a:pt x="486" y="1125"/>
                  </a:cubicBezTo>
                  <a:lnTo>
                    <a:pt x="730" y="1125"/>
                  </a:lnTo>
                  <a:cubicBezTo>
                    <a:pt x="760" y="1125"/>
                    <a:pt x="790" y="1095"/>
                    <a:pt x="851" y="1095"/>
                  </a:cubicBezTo>
                  <a:cubicBezTo>
                    <a:pt x="882" y="1095"/>
                    <a:pt x="912" y="1095"/>
                    <a:pt x="942" y="1064"/>
                  </a:cubicBezTo>
                  <a:lnTo>
                    <a:pt x="1034" y="973"/>
                  </a:lnTo>
                  <a:cubicBezTo>
                    <a:pt x="1155" y="852"/>
                    <a:pt x="1216" y="700"/>
                    <a:pt x="1216" y="548"/>
                  </a:cubicBezTo>
                  <a:cubicBezTo>
                    <a:pt x="1216" y="426"/>
                    <a:pt x="1155" y="244"/>
                    <a:pt x="1034" y="152"/>
                  </a:cubicBezTo>
                  <a:cubicBezTo>
                    <a:pt x="1034" y="92"/>
                    <a:pt x="1003" y="92"/>
                    <a:pt x="942" y="61"/>
                  </a:cubicBezTo>
                  <a:cubicBezTo>
                    <a:pt x="912" y="61"/>
                    <a:pt x="882" y="31"/>
                    <a:pt x="851" y="31"/>
                  </a:cubicBezTo>
                  <a:cubicBezTo>
                    <a:pt x="790" y="31"/>
                    <a:pt x="760" y="0"/>
                    <a:pt x="73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066500" y="1099850"/>
              <a:ext cx="30400" cy="1081350"/>
            </a:xfrm>
            <a:custGeom>
              <a:rect b="b" l="l" r="r" t="t"/>
              <a:pathLst>
                <a:path extrusionOk="0" h="43254" w="1216">
                  <a:moveTo>
                    <a:pt x="608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882"/>
                    <a:pt x="274" y="1156"/>
                    <a:pt x="608" y="1186"/>
                  </a:cubicBezTo>
                  <a:cubicBezTo>
                    <a:pt x="942" y="1186"/>
                    <a:pt x="1216" y="943"/>
                    <a:pt x="1216" y="608"/>
                  </a:cubicBezTo>
                  <a:cubicBezTo>
                    <a:pt x="1216" y="244"/>
                    <a:pt x="942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651"/>
                    <a:pt x="608" y="4681"/>
                  </a:cubicBezTo>
                  <a:cubicBezTo>
                    <a:pt x="942" y="4681"/>
                    <a:pt x="1216" y="4438"/>
                    <a:pt x="1216" y="4104"/>
                  </a:cubicBezTo>
                  <a:cubicBezTo>
                    <a:pt x="1216" y="3739"/>
                    <a:pt x="942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35"/>
                    <a:pt x="0" y="7599"/>
                  </a:cubicBezTo>
                  <a:cubicBezTo>
                    <a:pt x="0" y="7902"/>
                    <a:pt x="224" y="8155"/>
                    <a:pt x="515" y="8155"/>
                  </a:cubicBezTo>
                  <a:cubicBezTo>
                    <a:pt x="545" y="8155"/>
                    <a:pt x="576" y="8152"/>
                    <a:pt x="608" y="8147"/>
                  </a:cubicBezTo>
                  <a:cubicBezTo>
                    <a:pt x="942" y="8147"/>
                    <a:pt x="1216" y="7934"/>
                    <a:pt x="1216" y="7599"/>
                  </a:cubicBezTo>
                  <a:cubicBezTo>
                    <a:pt x="1216" y="7235"/>
                    <a:pt x="942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74" y="10487"/>
                    <a:pt x="0" y="10730"/>
                    <a:pt x="0" y="11095"/>
                  </a:cubicBezTo>
                  <a:cubicBezTo>
                    <a:pt x="0" y="11429"/>
                    <a:pt x="274" y="11703"/>
                    <a:pt x="608" y="11703"/>
                  </a:cubicBezTo>
                  <a:cubicBezTo>
                    <a:pt x="942" y="11703"/>
                    <a:pt x="1216" y="11429"/>
                    <a:pt x="1216" y="11095"/>
                  </a:cubicBezTo>
                  <a:cubicBezTo>
                    <a:pt x="1216" y="10730"/>
                    <a:pt x="942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25"/>
                    <a:pt x="274" y="15198"/>
                    <a:pt x="608" y="15229"/>
                  </a:cubicBezTo>
                  <a:cubicBezTo>
                    <a:pt x="942" y="15229"/>
                    <a:pt x="1216" y="14955"/>
                    <a:pt x="1216" y="14621"/>
                  </a:cubicBezTo>
                  <a:cubicBezTo>
                    <a:pt x="1216" y="14286"/>
                    <a:pt x="942" y="14013"/>
                    <a:pt x="608" y="14013"/>
                  </a:cubicBezTo>
                  <a:close/>
                  <a:moveTo>
                    <a:pt x="608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694"/>
                    <a:pt x="608" y="18724"/>
                  </a:cubicBezTo>
                  <a:cubicBezTo>
                    <a:pt x="942" y="18724"/>
                    <a:pt x="1216" y="18451"/>
                    <a:pt x="1216" y="18116"/>
                  </a:cubicBezTo>
                  <a:cubicBezTo>
                    <a:pt x="1216" y="17782"/>
                    <a:pt x="942" y="17508"/>
                    <a:pt x="608" y="17508"/>
                  </a:cubicBezTo>
                  <a:close/>
                  <a:moveTo>
                    <a:pt x="608" y="21004"/>
                  </a:moveTo>
                  <a:cubicBezTo>
                    <a:pt x="274" y="21004"/>
                    <a:pt x="0" y="21247"/>
                    <a:pt x="0" y="21612"/>
                  </a:cubicBezTo>
                  <a:cubicBezTo>
                    <a:pt x="0" y="21946"/>
                    <a:pt x="274" y="22220"/>
                    <a:pt x="608" y="22220"/>
                  </a:cubicBezTo>
                  <a:cubicBezTo>
                    <a:pt x="942" y="22220"/>
                    <a:pt x="1216" y="21946"/>
                    <a:pt x="1216" y="21612"/>
                  </a:cubicBezTo>
                  <a:cubicBezTo>
                    <a:pt x="1216" y="21277"/>
                    <a:pt x="942" y="21004"/>
                    <a:pt x="608" y="21004"/>
                  </a:cubicBezTo>
                  <a:close/>
                  <a:moveTo>
                    <a:pt x="608" y="24499"/>
                  </a:moveTo>
                  <a:cubicBezTo>
                    <a:pt x="274" y="24499"/>
                    <a:pt x="0" y="24773"/>
                    <a:pt x="0" y="25107"/>
                  </a:cubicBezTo>
                  <a:cubicBezTo>
                    <a:pt x="0" y="25442"/>
                    <a:pt x="274" y="25715"/>
                    <a:pt x="608" y="25715"/>
                  </a:cubicBezTo>
                  <a:cubicBezTo>
                    <a:pt x="942" y="25715"/>
                    <a:pt x="1216" y="25442"/>
                    <a:pt x="1216" y="25107"/>
                  </a:cubicBezTo>
                  <a:cubicBezTo>
                    <a:pt x="1216" y="24773"/>
                    <a:pt x="942" y="24499"/>
                    <a:pt x="608" y="24499"/>
                  </a:cubicBezTo>
                  <a:close/>
                  <a:moveTo>
                    <a:pt x="608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37"/>
                    <a:pt x="274" y="29211"/>
                    <a:pt x="608" y="29241"/>
                  </a:cubicBezTo>
                  <a:cubicBezTo>
                    <a:pt x="942" y="29241"/>
                    <a:pt x="1216" y="28968"/>
                    <a:pt x="1216" y="28633"/>
                  </a:cubicBezTo>
                  <a:cubicBezTo>
                    <a:pt x="1216" y="28299"/>
                    <a:pt x="942" y="28025"/>
                    <a:pt x="608" y="28025"/>
                  </a:cubicBezTo>
                  <a:close/>
                  <a:moveTo>
                    <a:pt x="608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08" y="32737"/>
                  </a:cubicBezTo>
                  <a:cubicBezTo>
                    <a:pt x="942" y="32737"/>
                    <a:pt x="1216" y="32463"/>
                    <a:pt x="1216" y="32129"/>
                  </a:cubicBezTo>
                  <a:cubicBezTo>
                    <a:pt x="1216" y="31794"/>
                    <a:pt x="942" y="31521"/>
                    <a:pt x="608" y="31521"/>
                  </a:cubicBezTo>
                  <a:close/>
                  <a:moveTo>
                    <a:pt x="608" y="35016"/>
                  </a:moveTo>
                  <a:cubicBezTo>
                    <a:pt x="274" y="35016"/>
                    <a:pt x="0" y="35290"/>
                    <a:pt x="0" y="35624"/>
                  </a:cubicBezTo>
                  <a:cubicBezTo>
                    <a:pt x="0" y="35959"/>
                    <a:pt x="274" y="36232"/>
                    <a:pt x="608" y="36232"/>
                  </a:cubicBezTo>
                  <a:cubicBezTo>
                    <a:pt x="942" y="36232"/>
                    <a:pt x="1216" y="35959"/>
                    <a:pt x="1216" y="35624"/>
                  </a:cubicBezTo>
                  <a:cubicBezTo>
                    <a:pt x="1216" y="35290"/>
                    <a:pt x="942" y="35016"/>
                    <a:pt x="608" y="35016"/>
                  </a:cubicBezTo>
                  <a:close/>
                  <a:moveTo>
                    <a:pt x="608" y="38512"/>
                  </a:moveTo>
                  <a:cubicBezTo>
                    <a:pt x="274" y="38512"/>
                    <a:pt x="0" y="38785"/>
                    <a:pt x="0" y="39120"/>
                  </a:cubicBezTo>
                  <a:cubicBezTo>
                    <a:pt x="0" y="39454"/>
                    <a:pt x="274" y="39728"/>
                    <a:pt x="608" y="39728"/>
                  </a:cubicBezTo>
                  <a:cubicBezTo>
                    <a:pt x="942" y="39728"/>
                    <a:pt x="1216" y="39454"/>
                    <a:pt x="1216" y="39120"/>
                  </a:cubicBezTo>
                  <a:cubicBezTo>
                    <a:pt x="1216" y="38785"/>
                    <a:pt x="942" y="38512"/>
                    <a:pt x="608" y="38512"/>
                  </a:cubicBezTo>
                  <a:close/>
                  <a:moveTo>
                    <a:pt x="608" y="42038"/>
                  </a:moveTo>
                  <a:cubicBezTo>
                    <a:pt x="274" y="42038"/>
                    <a:pt x="0" y="42311"/>
                    <a:pt x="0" y="42646"/>
                  </a:cubicBezTo>
                  <a:cubicBezTo>
                    <a:pt x="0" y="42949"/>
                    <a:pt x="274" y="43223"/>
                    <a:pt x="608" y="43253"/>
                  </a:cubicBezTo>
                  <a:cubicBezTo>
                    <a:pt x="942" y="43253"/>
                    <a:pt x="1216" y="43010"/>
                    <a:pt x="1216" y="42646"/>
                  </a:cubicBezTo>
                  <a:cubicBezTo>
                    <a:pt x="1216" y="42311"/>
                    <a:pt x="942" y="42038"/>
                    <a:pt x="608" y="4203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606650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34" y="31"/>
                  </a:cubicBezTo>
                  <a:cubicBezTo>
                    <a:pt x="304" y="31"/>
                    <a:pt x="274" y="31"/>
                    <a:pt x="243" y="62"/>
                  </a:cubicBezTo>
                  <a:lnTo>
                    <a:pt x="152" y="153"/>
                  </a:lnTo>
                  <a:cubicBezTo>
                    <a:pt x="122" y="153"/>
                    <a:pt x="122" y="183"/>
                    <a:pt x="91" y="214"/>
                  </a:cubicBezTo>
                  <a:cubicBezTo>
                    <a:pt x="91" y="244"/>
                    <a:pt x="30" y="305"/>
                    <a:pt x="30" y="335"/>
                  </a:cubicBezTo>
                  <a:cubicBezTo>
                    <a:pt x="0" y="366"/>
                    <a:pt x="0" y="396"/>
                    <a:pt x="0" y="457"/>
                  </a:cubicBezTo>
                  <a:lnTo>
                    <a:pt x="0" y="548"/>
                  </a:lnTo>
                  <a:cubicBezTo>
                    <a:pt x="0" y="700"/>
                    <a:pt x="91" y="852"/>
                    <a:pt x="182" y="974"/>
                  </a:cubicBezTo>
                  <a:cubicBezTo>
                    <a:pt x="304" y="1095"/>
                    <a:pt x="456" y="1156"/>
                    <a:pt x="608" y="1156"/>
                  </a:cubicBezTo>
                  <a:cubicBezTo>
                    <a:pt x="699" y="1156"/>
                    <a:pt x="760" y="1126"/>
                    <a:pt x="790" y="1095"/>
                  </a:cubicBezTo>
                  <a:cubicBezTo>
                    <a:pt x="882" y="1095"/>
                    <a:pt x="942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57"/>
                  </a:lnTo>
                  <a:cubicBezTo>
                    <a:pt x="115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1003" y="153"/>
                  </a:lnTo>
                  <a:cubicBezTo>
                    <a:pt x="1003" y="92"/>
                    <a:pt x="942" y="92"/>
                    <a:pt x="912" y="62"/>
                  </a:cubicBezTo>
                  <a:cubicBezTo>
                    <a:pt x="882" y="62"/>
                    <a:pt x="851" y="31"/>
                    <a:pt x="790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19"/>
          <p:cNvGrpSpPr/>
          <p:nvPr/>
        </p:nvGrpSpPr>
        <p:grpSpPr>
          <a:xfrm>
            <a:off x="5992700" y="4220413"/>
            <a:ext cx="3151300" cy="718125"/>
            <a:chOff x="5719975" y="3030725"/>
            <a:chExt cx="3151300" cy="718125"/>
          </a:xfrm>
        </p:grpSpPr>
        <p:sp>
          <p:nvSpPr>
            <p:cNvPr id="469" name="Google Shape;469;p19"/>
            <p:cNvSpPr/>
            <p:nvPr/>
          </p:nvSpPr>
          <p:spPr>
            <a:xfrm>
              <a:off x="6282300" y="3030725"/>
              <a:ext cx="2588975" cy="321475"/>
            </a:xfrm>
            <a:custGeom>
              <a:rect b="b" l="l" r="r" t="t"/>
              <a:pathLst>
                <a:path extrusionOk="0" fill="none" h="12859" w="103559">
                  <a:moveTo>
                    <a:pt x="6414" y="31"/>
                  </a:moveTo>
                  <a:cubicBezTo>
                    <a:pt x="2858" y="31"/>
                    <a:pt x="0" y="2919"/>
                    <a:pt x="0" y="6445"/>
                  </a:cubicBezTo>
                  <a:lnTo>
                    <a:pt x="0" y="6445"/>
                  </a:lnTo>
                  <a:cubicBezTo>
                    <a:pt x="0" y="10031"/>
                    <a:pt x="2888" y="12858"/>
                    <a:pt x="6414" y="12858"/>
                  </a:cubicBezTo>
                  <a:lnTo>
                    <a:pt x="103559" y="12858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5719975" y="3426625"/>
              <a:ext cx="2588975" cy="322225"/>
            </a:xfrm>
            <a:custGeom>
              <a:rect b="b" l="l" r="r" t="t"/>
              <a:pathLst>
                <a:path extrusionOk="0" fill="none" h="12889" w="103559">
                  <a:moveTo>
                    <a:pt x="6414" y="31"/>
                  </a:moveTo>
                  <a:cubicBezTo>
                    <a:pt x="2858" y="31"/>
                    <a:pt x="1" y="2919"/>
                    <a:pt x="1" y="6475"/>
                  </a:cubicBezTo>
                  <a:lnTo>
                    <a:pt x="1" y="6475"/>
                  </a:lnTo>
                  <a:cubicBezTo>
                    <a:pt x="1" y="10031"/>
                    <a:pt x="2888" y="12889"/>
                    <a:pt x="6414" y="12889"/>
                  </a:cubicBezTo>
                  <a:lnTo>
                    <a:pt x="103559" y="12889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3" name="Google Shape;473;p20"/>
          <p:cNvSpPr txBox="1"/>
          <p:nvPr>
            <p:ph idx="1" type="subTitle"/>
          </p:nvPr>
        </p:nvSpPr>
        <p:spPr>
          <a:xfrm>
            <a:off x="937626" y="305705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0"/>
          <p:cNvSpPr txBox="1"/>
          <p:nvPr>
            <p:ph idx="2" type="subTitle"/>
          </p:nvPr>
        </p:nvSpPr>
        <p:spPr>
          <a:xfrm>
            <a:off x="3484347" y="305705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3" type="subTitle"/>
          </p:nvPr>
        </p:nvSpPr>
        <p:spPr>
          <a:xfrm>
            <a:off x="6031074" y="305705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20"/>
          <p:cNvSpPr txBox="1"/>
          <p:nvPr>
            <p:ph idx="4" type="subTitle"/>
          </p:nvPr>
        </p:nvSpPr>
        <p:spPr>
          <a:xfrm>
            <a:off x="937625" y="25558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7" name="Google Shape;477;p20"/>
          <p:cNvSpPr txBox="1"/>
          <p:nvPr>
            <p:ph idx="5" type="subTitle"/>
          </p:nvPr>
        </p:nvSpPr>
        <p:spPr>
          <a:xfrm>
            <a:off x="3484350" y="25558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8" name="Google Shape;478;p20"/>
          <p:cNvSpPr txBox="1"/>
          <p:nvPr>
            <p:ph idx="6" type="subTitle"/>
          </p:nvPr>
        </p:nvSpPr>
        <p:spPr>
          <a:xfrm>
            <a:off x="6031075" y="25558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9" name="Google Shape;479;p20"/>
          <p:cNvSpPr/>
          <p:nvPr/>
        </p:nvSpPr>
        <p:spPr>
          <a:xfrm>
            <a:off x="8424000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0" name="Google Shape;480;p20"/>
          <p:cNvCxnSpPr/>
          <p:nvPr/>
        </p:nvCxnSpPr>
        <p:spPr>
          <a:xfrm>
            <a:off x="0" y="46215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0"/>
          <p:cNvCxnSpPr/>
          <p:nvPr/>
        </p:nvCxnSpPr>
        <p:spPr>
          <a:xfrm>
            <a:off x="0" y="47739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20"/>
          <p:cNvCxnSpPr/>
          <p:nvPr/>
        </p:nvCxnSpPr>
        <p:spPr>
          <a:xfrm>
            <a:off x="0" y="4926375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5" name="Google Shape;485;p21"/>
          <p:cNvSpPr txBox="1"/>
          <p:nvPr>
            <p:ph idx="1" type="subTitle"/>
          </p:nvPr>
        </p:nvSpPr>
        <p:spPr>
          <a:xfrm>
            <a:off x="1186611" y="22630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21"/>
          <p:cNvSpPr txBox="1"/>
          <p:nvPr>
            <p:ph idx="2" type="subTitle"/>
          </p:nvPr>
        </p:nvSpPr>
        <p:spPr>
          <a:xfrm>
            <a:off x="5979189" y="22630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idx="3" type="subTitle"/>
          </p:nvPr>
        </p:nvSpPr>
        <p:spPr>
          <a:xfrm>
            <a:off x="1186611" y="36964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21"/>
          <p:cNvSpPr txBox="1"/>
          <p:nvPr>
            <p:ph idx="4" type="subTitle"/>
          </p:nvPr>
        </p:nvSpPr>
        <p:spPr>
          <a:xfrm>
            <a:off x="5979189" y="36964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idx="5" type="subTitle"/>
          </p:nvPr>
        </p:nvSpPr>
        <p:spPr>
          <a:xfrm>
            <a:off x="1186611" y="19211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0" name="Google Shape;490;p21"/>
          <p:cNvSpPr txBox="1"/>
          <p:nvPr>
            <p:ph idx="6" type="subTitle"/>
          </p:nvPr>
        </p:nvSpPr>
        <p:spPr>
          <a:xfrm>
            <a:off x="1186611" y="33546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1" name="Google Shape;491;p21"/>
          <p:cNvSpPr txBox="1"/>
          <p:nvPr>
            <p:ph idx="7" type="subTitle"/>
          </p:nvPr>
        </p:nvSpPr>
        <p:spPr>
          <a:xfrm>
            <a:off x="5979186" y="19211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2" name="Google Shape;492;p21"/>
          <p:cNvSpPr txBox="1"/>
          <p:nvPr>
            <p:ph idx="8" type="subTitle"/>
          </p:nvPr>
        </p:nvSpPr>
        <p:spPr>
          <a:xfrm>
            <a:off x="5979186" y="33546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3" name="Google Shape;493;p21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21"/>
          <p:cNvGrpSpPr/>
          <p:nvPr/>
        </p:nvGrpSpPr>
        <p:grpSpPr>
          <a:xfrm flipH="1">
            <a:off x="490457" y="123720"/>
            <a:ext cx="1226647" cy="270356"/>
            <a:chOff x="-737950" y="458900"/>
            <a:chExt cx="549450" cy="121100"/>
          </a:xfrm>
        </p:grpSpPr>
        <p:sp>
          <p:nvSpPr>
            <p:cNvPr id="495" name="Google Shape;495;p21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0" name="Google Shape;500;p21"/>
          <p:cNvCxnSpPr/>
          <p:nvPr/>
        </p:nvCxnSpPr>
        <p:spPr>
          <a:xfrm>
            <a:off x="8473175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1"/>
          <p:cNvCxnSpPr/>
          <p:nvPr/>
        </p:nvCxnSpPr>
        <p:spPr>
          <a:xfrm>
            <a:off x="8720925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21"/>
          <p:cNvCxnSpPr/>
          <p:nvPr/>
        </p:nvCxnSpPr>
        <p:spPr>
          <a:xfrm>
            <a:off x="8967913" y="3442200"/>
            <a:ext cx="0" cy="170130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"/>
          <p:cNvSpPr/>
          <p:nvPr/>
        </p:nvSpPr>
        <p:spPr>
          <a:xfrm rot="-5400000">
            <a:off x="4297800" y="299525"/>
            <a:ext cx="561000" cy="91566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6" name="Google Shape;506;p22"/>
          <p:cNvSpPr txBox="1"/>
          <p:nvPr>
            <p:ph idx="1" type="subTitle"/>
          </p:nvPr>
        </p:nvSpPr>
        <p:spPr>
          <a:xfrm>
            <a:off x="1109155" y="1248369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22"/>
          <p:cNvSpPr txBox="1"/>
          <p:nvPr>
            <p:ph idx="2" type="subTitle"/>
          </p:nvPr>
        </p:nvSpPr>
        <p:spPr>
          <a:xfrm>
            <a:off x="3579000" y="1248369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22"/>
          <p:cNvSpPr txBox="1"/>
          <p:nvPr>
            <p:ph idx="3" type="subTitle"/>
          </p:nvPr>
        </p:nvSpPr>
        <p:spPr>
          <a:xfrm>
            <a:off x="1109155" y="3933632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22"/>
          <p:cNvSpPr txBox="1"/>
          <p:nvPr>
            <p:ph idx="4" type="subTitle"/>
          </p:nvPr>
        </p:nvSpPr>
        <p:spPr>
          <a:xfrm>
            <a:off x="3579000" y="3933632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22"/>
          <p:cNvSpPr txBox="1"/>
          <p:nvPr>
            <p:ph idx="5" type="subTitle"/>
          </p:nvPr>
        </p:nvSpPr>
        <p:spPr>
          <a:xfrm>
            <a:off x="6048845" y="1248369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22"/>
          <p:cNvSpPr txBox="1"/>
          <p:nvPr>
            <p:ph idx="6" type="subTitle"/>
          </p:nvPr>
        </p:nvSpPr>
        <p:spPr>
          <a:xfrm>
            <a:off x="6048845" y="3933632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22"/>
          <p:cNvSpPr txBox="1"/>
          <p:nvPr>
            <p:ph idx="7" type="subTitle"/>
          </p:nvPr>
        </p:nvSpPr>
        <p:spPr>
          <a:xfrm>
            <a:off x="1113055" y="19095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3" name="Google Shape;513;p22"/>
          <p:cNvSpPr txBox="1"/>
          <p:nvPr>
            <p:ph idx="8" type="subTitle"/>
          </p:nvPr>
        </p:nvSpPr>
        <p:spPr>
          <a:xfrm>
            <a:off x="3582900" y="19095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4" name="Google Shape;514;p22"/>
          <p:cNvSpPr txBox="1"/>
          <p:nvPr>
            <p:ph idx="9" type="subTitle"/>
          </p:nvPr>
        </p:nvSpPr>
        <p:spPr>
          <a:xfrm>
            <a:off x="6052745" y="19095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5" name="Google Shape;515;p22"/>
          <p:cNvSpPr txBox="1"/>
          <p:nvPr>
            <p:ph idx="13" type="subTitle"/>
          </p:nvPr>
        </p:nvSpPr>
        <p:spPr>
          <a:xfrm>
            <a:off x="1113055" y="360220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6" name="Google Shape;516;p22"/>
          <p:cNvSpPr txBox="1"/>
          <p:nvPr>
            <p:ph idx="14" type="subTitle"/>
          </p:nvPr>
        </p:nvSpPr>
        <p:spPr>
          <a:xfrm>
            <a:off x="3582900" y="360220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7" name="Google Shape;517;p22"/>
          <p:cNvSpPr txBox="1"/>
          <p:nvPr>
            <p:ph idx="15" type="subTitle"/>
          </p:nvPr>
        </p:nvSpPr>
        <p:spPr>
          <a:xfrm>
            <a:off x="6052745" y="360220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18" name="Google Shape;518;p22"/>
          <p:cNvGrpSpPr/>
          <p:nvPr/>
        </p:nvGrpSpPr>
        <p:grpSpPr>
          <a:xfrm>
            <a:off x="-294412" y="3794588"/>
            <a:ext cx="1007625" cy="1012975"/>
            <a:chOff x="3577850" y="660625"/>
            <a:chExt cx="1007625" cy="1012975"/>
          </a:xfrm>
        </p:grpSpPr>
        <p:sp>
          <p:nvSpPr>
            <p:cNvPr id="519" name="Google Shape;519;p22"/>
            <p:cNvSpPr/>
            <p:nvPr/>
          </p:nvSpPr>
          <p:spPr>
            <a:xfrm>
              <a:off x="3577850" y="660625"/>
              <a:ext cx="1007625" cy="1012975"/>
            </a:xfrm>
            <a:custGeom>
              <a:rect b="b" l="l" r="r" t="t"/>
              <a:pathLst>
                <a:path extrusionOk="0" fill="none" h="40519" w="40305">
                  <a:moveTo>
                    <a:pt x="0" y="19910"/>
                  </a:moveTo>
                  <a:cubicBezTo>
                    <a:pt x="182" y="8816"/>
                    <a:pt x="9362" y="1"/>
                    <a:pt x="20396" y="183"/>
                  </a:cubicBezTo>
                  <a:cubicBezTo>
                    <a:pt x="31490" y="396"/>
                    <a:pt x="40305" y="9545"/>
                    <a:pt x="40122" y="20609"/>
                  </a:cubicBezTo>
                  <a:cubicBezTo>
                    <a:pt x="39940" y="31703"/>
                    <a:pt x="30791" y="40518"/>
                    <a:pt x="19727" y="40305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3741975" y="934200"/>
              <a:ext cx="675575" cy="570700"/>
            </a:xfrm>
            <a:custGeom>
              <a:rect b="b" l="l" r="r" t="t"/>
              <a:pathLst>
                <a:path extrusionOk="0" fill="none" h="22828" w="27023">
                  <a:moveTo>
                    <a:pt x="22858" y="1763"/>
                  </a:moveTo>
                  <a:cubicBezTo>
                    <a:pt x="27022" y="6930"/>
                    <a:pt x="26232" y="14469"/>
                    <a:pt x="21095" y="18663"/>
                  </a:cubicBezTo>
                  <a:cubicBezTo>
                    <a:pt x="15928" y="22827"/>
                    <a:pt x="8359" y="22037"/>
                    <a:pt x="4195" y="16900"/>
                  </a:cubicBezTo>
                  <a:cubicBezTo>
                    <a:pt x="1" y="11794"/>
                    <a:pt x="821" y="4195"/>
                    <a:pt x="5928" y="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22"/>
          <p:cNvGrpSpPr/>
          <p:nvPr/>
        </p:nvGrpSpPr>
        <p:grpSpPr>
          <a:xfrm>
            <a:off x="8430772" y="-8"/>
            <a:ext cx="548962" cy="2150503"/>
            <a:chOff x="4713875" y="3872675"/>
            <a:chExt cx="276625" cy="1083650"/>
          </a:xfrm>
        </p:grpSpPr>
        <p:sp>
          <p:nvSpPr>
            <p:cNvPr id="522" name="Google Shape;522;p22"/>
            <p:cNvSpPr/>
            <p:nvPr/>
          </p:nvSpPr>
          <p:spPr>
            <a:xfrm>
              <a:off x="4713875" y="4749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47138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4713875" y="4662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47138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4713875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4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47138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713875" y="4926400"/>
              <a:ext cx="29675" cy="29925"/>
            </a:xfrm>
            <a:custGeom>
              <a:rect b="b" l="l" r="r" t="t"/>
              <a:pathLst>
                <a:path extrusionOk="0" h="1197" w="1187">
                  <a:moveTo>
                    <a:pt x="629" y="0"/>
                  </a:moveTo>
                  <a:cubicBezTo>
                    <a:pt x="583" y="0"/>
                    <a:pt x="535" y="4"/>
                    <a:pt x="487" y="11"/>
                  </a:cubicBezTo>
                  <a:cubicBezTo>
                    <a:pt x="457" y="11"/>
                    <a:pt x="426" y="11"/>
                    <a:pt x="396" y="41"/>
                  </a:cubicBezTo>
                  <a:cubicBezTo>
                    <a:pt x="335" y="41"/>
                    <a:pt x="305" y="71"/>
                    <a:pt x="274" y="71"/>
                  </a:cubicBezTo>
                  <a:cubicBezTo>
                    <a:pt x="213" y="132"/>
                    <a:pt x="183" y="132"/>
                    <a:pt x="183" y="163"/>
                  </a:cubicBezTo>
                  <a:cubicBezTo>
                    <a:pt x="92" y="284"/>
                    <a:pt x="1" y="436"/>
                    <a:pt x="1" y="588"/>
                  </a:cubicBezTo>
                  <a:cubicBezTo>
                    <a:pt x="1" y="740"/>
                    <a:pt x="92" y="892"/>
                    <a:pt x="183" y="983"/>
                  </a:cubicBezTo>
                  <a:cubicBezTo>
                    <a:pt x="305" y="1105"/>
                    <a:pt x="457" y="1196"/>
                    <a:pt x="609" y="1196"/>
                  </a:cubicBezTo>
                  <a:cubicBezTo>
                    <a:pt x="761" y="1196"/>
                    <a:pt x="913" y="1105"/>
                    <a:pt x="1034" y="983"/>
                  </a:cubicBezTo>
                  <a:lnTo>
                    <a:pt x="1095" y="923"/>
                  </a:lnTo>
                  <a:cubicBezTo>
                    <a:pt x="1156" y="892"/>
                    <a:pt x="1156" y="831"/>
                    <a:pt x="1156" y="801"/>
                  </a:cubicBezTo>
                  <a:cubicBezTo>
                    <a:pt x="1156" y="771"/>
                    <a:pt x="1186" y="740"/>
                    <a:pt x="1186" y="679"/>
                  </a:cubicBezTo>
                  <a:lnTo>
                    <a:pt x="1186" y="588"/>
                  </a:lnTo>
                  <a:cubicBezTo>
                    <a:pt x="1186" y="436"/>
                    <a:pt x="1095" y="284"/>
                    <a:pt x="1004" y="163"/>
                  </a:cubicBezTo>
                  <a:cubicBezTo>
                    <a:pt x="933" y="45"/>
                    <a:pt x="789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4796700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4796700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4795200" y="431267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4796700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4796700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4796700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4795200" y="4400050"/>
              <a:ext cx="31175" cy="30425"/>
            </a:xfrm>
            <a:custGeom>
              <a:rect b="b" l="l" r="r" t="t"/>
              <a:pathLst>
                <a:path extrusionOk="0" h="1217" w="1247">
                  <a:moveTo>
                    <a:pt x="63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4795950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5" y="0"/>
                  </a:moveTo>
                  <a:cubicBezTo>
                    <a:pt x="449" y="0"/>
                    <a:pt x="289" y="61"/>
                    <a:pt x="183" y="183"/>
                  </a:cubicBezTo>
                  <a:cubicBezTo>
                    <a:pt x="61" y="304"/>
                    <a:pt x="0" y="456"/>
                    <a:pt x="0" y="608"/>
                  </a:cubicBezTo>
                  <a:cubicBezTo>
                    <a:pt x="0" y="760"/>
                    <a:pt x="61" y="912"/>
                    <a:pt x="183" y="1003"/>
                  </a:cubicBezTo>
                  <a:cubicBezTo>
                    <a:pt x="304" y="1125"/>
                    <a:pt x="456" y="1216"/>
                    <a:pt x="608" y="1216"/>
                  </a:cubicBezTo>
                  <a:cubicBezTo>
                    <a:pt x="760" y="1216"/>
                    <a:pt x="912" y="1125"/>
                    <a:pt x="1003" y="1003"/>
                  </a:cubicBezTo>
                  <a:cubicBezTo>
                    <a:pt x="1125" y="912"/>
                    <a:pt x="1216" y="760"/>
                    <a:pt x="1216" y="608"/>
                  </a:cubicBezTo>
                  <a:cubicBezTo>
                    <a:pt x="1216" y="456"/>
                    <a:pt x="1125" y="304"/>
                    <a:pt x="1003" y="183"/>
                  </a:cubicBezTo>
                  <a:cubicBezTo>
                    <a:pt x="912" y="61"/>
                    <a:pt x="760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4878025" y="48385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4878025" y="47511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186" y="243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4878025" y="45748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4878025" y="431267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4878025" y="46637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4878025" y="4487450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4878025" y="422452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73" y="1216"/>
                    <a:pt x="1216" y="942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4878025" y="440005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4879525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563" y="0"/>
                  </a:moveTo>
                  <a:cubicBezTo>
                    <a:pt x="411" y="0"/>
                    <a:pt x="259" y="61"/>
                    <a:pt x="153" y="183"/>
                  </a:cubicBezTo>
                  <a:lnTo>
                    <a:pt x="62" y="243"/>
                  </a:lnTo>
                  <a:cubicBezTo>
                    <a:pt x="31" y="304"/>
                    <a:pt x="31" y="335"/>
                    <a:pt x="31" y="365"/>
                  </a:cubicBezTo>
                  <a:cubicBezTo>
                    <a:pt x="31" y="395"/>
                    <a:pt x="1" y="456"/>
                    <a:pt x="1" y="487"/>
                  </a:cubicBezTo>
                  <a:lnTo>
                    <a:pt x="1" y="608"/>
                  </a:lnTo>
                  <a:cubicBezTo>
                    <a:pt x="1" y="760"/>
                    <a:pt x="62" y="912"/>
                    <a:pt x="183" y="1003"/>
                  </a:cubicBezTo>
                  <a:cubicBezTo>
                    <a:pt x="305" y="1125"/>
                    <a:pt x="426" y="1216"/>
                    <a:pt x="609" y="1216"/>
                  </a:cubicBezTo>
                  <a:lnTo>
                    <a:pt x="700" y="1216"/>
                  </a:lnTo>
                  <a:cubicBezTo>
                    <a:pt x="761" y="1216"/>
                    <a:pt x="791" y="1216"/>
                    <a:pt x="822" y="1155"/>
                  </a:cubicBezTo>
                  <a:cubicBezTo>
                    <a:pt x="852" y="1155"/>
                    <a:pt x="913" y="1125"/>
                    <a:pt x="943" y="1125"/>
                  </a:cubicBezTo>
                  <a:cubicBezTo>
                    <a:pt x="974" y="1095"/>
                    <a:pt x="1004" y="1095"/>
                    <a:pt x="1004" y="1064"/>
                  </a:cubicBezTo>
                  <a:cubicBezTo>
                    <a:pt x="1126" y="943"/>
                    <a:pt x="1217" y="791"/>
                    <a:pt x="1217" y="639"/>
                  </a:cubicBezTo>
                  <a:lnTo>
                    <a:pt x="1217" y="517"/>
                  </a:lnTo>
                  <a:cubicBezTo>
                    <a:pt x="1126" y="456"/>
                    <a:pt x="1095" y="395"/>
                    <a:pt x="1095" y="365"/>
                  </a:cubicBezTo>
                  <a:cubicBezTo>
                    <a:pt x="1095" y="335"/>
                    <a:pt x="1065" y="304"/>
                    <a:pt x="1065" y="243"/>
                  </a:cubicBezTo>
                  <a:cubicBezTo>
                    <a:pt x="1004" y="213"/>
                    <a:pt x="1004" y="183"/>
                    <a:pt x="974" y="183"/>
                  </a:cubicBezTo>
                  <a:cubicBezTo>
                    <a:pt x="867" y="61"/>
                    <a:pt x="715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4960075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49600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4960075" y="431267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4960075" y="422452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4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49600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4960075" y="4837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4960075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4960075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4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49600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4960075" y="4926175"/>
              <a:ext cx="30425" cy="30150"/>
            </a:xfrm>
            <a:custGeom>
              <a:rect b="b" l="l" r="r" t="t"/>
              <a:pathLst>
                <a:path extrusionOk="0" h="1206" w="1217">
                  <a:moveTo>
                    <a:pt x="595" y="0"/>
                  </a:moveTo>
                  <a:cubicBezTo>
                    <a:pt x="439" y="0"/>
                    <a:pt x="302" y="77"/>
                    <a:pt x="183" y="172"/>
                  </a:cubicBezTo>
                  <a:cubicBezTo>
                    <a:pt x="62" y="263"/>
                    <a:pt x="1" y="415"/>
                    <a:pt x="1" y="597"/>
                  </a:cubicBezTo>
                  <a:cubicBezTo>
                    <a:pt x="1" y="719"/>
                    <a:pt x="62" y="901"/>
                    <a:pt x="183" y="992"/>
                  </a:cubicBezTo>
                  <a:cubicBezTo>
                    <a:pt x="305" y="1114"/>
                    <a:pt x="457" y="1205"/>
                    <a:pt x="609" y="1205"/>
                  </a:cubicBezTo>
                  <a:cubicBezTo>
                    <a:pt x="670" y="1205"/>
                    <a:pt x="761" y="1205"/>
                    <a:pt x="822" y="1144"/>
                  </a:cubicBezTo>
                  <a:cubicBezTo>
                    <a:pt x="913" y="1114"/>
                    <a:pt x="974" y="1084"/>
                    <a:pt x="1034" y="1023"/>
                  </a:cubicBezTo>
                  <a:cubicBezTo>
                    <a:pt x="1126" y="932"/>
                    <a:pt x="1217" y="780"/>
                    <a:pt x="1217" y="628"/>
                  </a:cubicBezTo>
                  <a:lnTo>
                    <a:pt x="1217" y="506"/>
                  </a:lnTo>
                  <a:cubicBezTo>
                    <a:pt x="1186" y="445"/>
                    <a:pt x="1126" y="384"/>
                    <a:pt x="1126" y="354"/>
                  </a:cubicBezTo>
                  <a:cubicBezTo>
                    <a:pt x="1126" y="324"/>
                    <a:pt x="1095" y="293"/>
                    <a:pt x="1095" y="232"/>
                  </a:cubicBezTo>
                  <a:cubicBezTo>
                    <a:pt x="1065" y="202"/>
                    <a:pt x="1065" y="172"/>
                    <a:pt x="1034" y="172"/>
                  </a:cubicBezTo>
                  <a:lnTo>
                    <a:pt x="943" y="80"/>
                  </a:lnTo>
                  <a:cubicBezTo>
                    <a:pt x="913" y="50"/>
                    <a:pt x="882" y="50"/>
                    <a:pt x="822" y="50"/>
                  </a:cubicBezTo>
                  <a:cubicBezTo>
                    <a:pt x="791" y="50"/>
                    <a:pt x="761" y="20"/>
                    <a:pt x="730" y="20"/>
                  </a:cubicBezTo>
                  <a:cubicBezTo>
                    <a:pt x="684" y="6"/>
                    <a:pt x="639" y="0"/>
                    <a:pt x="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4960075" y="39623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49600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882"/>
                    <a:pt x="183" y="1095"/>
                    <a:pt x="457" y="1186"/>
                  </a:cubicBezTo>
                  <a:cubicBezTo>
                    <a:pt x="487" y="1186"/>
                    <a:pt x="578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335"/>
                    <a:pt x="974" y="122"/>
                    <a:pt x="761" y="31"/>
                  </a:cubicBezTo>
                  <a:cubicBezTo>
                    <a:pt x="730" y="31"/>
                    <a:pt x="670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4960075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4878025" y="3872675"/>
              <a:ext cx="30400" cy="31200"/>
            </a:xfrm>
            <a:custGeom>
              <a:rect b="b" l="l" r="r" t="t"/>
              <a:pathLst>
                <a:path extrusionOk="0" h="1248" w="1216">
                  <a:moveTo>
                    <a:pt x="608" y="1"/>
                  </a:moveTo>
                  <a:cubicBezTo>
                    <a:pt x="274" y="1"/>
                    <a:pt x="0" y="275"/>
                    <a:pt x="0" y="609"/>
                  </a:cubicBezTo>
                  <a:cubicBezTo>
                    <a:pt x="0" y="974"/>
                    <a:pt x="274" y="1247"/>
                    <a:pt x="608" y="1247"/>
                  </a:cubicBezTo>
                  <a:cubicBezTo>
                    <a:pt x="973" y="1247"/>
                    <a:pt x="1216" y="974"/>
                    <a:pt x="1216" y="609"/>
                  </a:cubicBezTo>
                  <a:cubicBezTo>
                    <a:pt x="1216" y="275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4878025" y="4137125"/>
              <a:ext cx="29650" cy="29675"/>
            </a:xfrm>
            <a:custGeom>
              <a:rect b="b" l="l" r="r" t="t"/>
              <a:pathLst>
                <a:path extrusionOk="0" h="1187" w="1186">
                  <a:moveTo>
                    <a:pt x="608" y="1"/>
                  </a:moveTo>
                  <a:cubicBezTo>
                    <a:pt x="395" y="1"/>
                    <a:pt x="152" y="153"/>
                    <a:pt x="91" y="335"/>
                  </a:cubicBezTo>
                  <a:cubicBezTo>
                    <a:pt x="91" y="396"/>
                    <a:pt x="91" y="396"/>
                    <a:pt x="61" y="426"/>
                  </a:cubicBezTo>
                  <a:cubicBezTo>
                    <a:pt x="61" y="457"/>
                    <a:pt x="0" y="548"/>
                    <a:pt x="0" y="578"/>
                  </a:cubicBezTo>
                  <a:lnTo>
                    <a:pt x="0" y="669"/>
                  </a:lnTo>
                  <a:cubicBezTo>
                    <a:pt x="61" y="913"/>
                    <a:pt x="213" y="1065"/>
                    <a:pt x="395" y="1125"/>
                  </a:cubicBezTo>
                  <a:cubicBezTo>
                    <a:pt x="456" y="1186"/>
                    <a:pt x="517" y="1186"/>
                    <a:pt x="578" y="1186"/>
                  </a:cubicBezTo>
                  <a:cubicBezTo>
                    <a:pt x="821" y="1186"/>
                    <a:pt x="1034" y="1034"/>
                    <a:pt x="1125" y="852"/>
                  </a:cubicBezTo>
                  <a:cubicBezTo>
                    <a:pt x="1125" y="791"/>
                    <a:pt x="1125" y="791"/>
                    <a:pt x="1155" y="761"/>
                  </a:cubicBezTo>
                  <a:cubicBezTo>
                    <a:pt x="1155" y="730"/>
                    <a:pt x="1186" y="639"/>
                    <a:pt x="1186" y="609"/>
                  </a:cubicBezTo>
                  <a:lnTo>
                    <a:pt x="1186" y="487"/>
                  </a:lnTo>
                  <a:cubicBezTo>
                    <a:pt x="1155" y="274"/>
                    <a:pt x="1003" y="122"/>
                    <a:pt x="821" y="31"/>
                  </a:cubicBezTo>
                  <a:cubicBezTo>
                    <a:pt x="730" y="1"/>
                    <a:pt x="69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4878025" y="404897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4878025" y="39616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4796700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4796700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4795200" y="422452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882"/>
                    <a:pt x="213" y="1094"/>
                    <a:pt x="426" y="1186"/>
                  </a:cubicBezTo>
                  <a:cubicBezTo>
                    <a:pt x="517" y="1216"/>
                    <a:pt x="547" y="1216"/>
                    <a:pt x="638" y="1216"/>
                  </a:cubicBezTo>
                  <a:cubicBezTo>
                    <a:pt x="973" y="1216"/>
                    <a:pt x="1246" y="942"/>
                    <a:pt x="1246" y="608"/>
                  </a:cubicBezTo>
                  <a:cubicBezTo>
                    <a:pt x="1246" y="334"/>
                    <a:pt x="1094" y="122"/>
                    <a:pt x="821" y="31"/>
                  </a:cubicBezTo>
                  <a:cubicBezTo>
                    <a:pt x="730" y="0"/>
                    <a:pt x="699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4796700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4796700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4713875" y="3872675"/>
              <a:ext cx="30425" cy="31200"/>
            </a:xfrm>
            <a:custGeom>
              <a:rect b="b" l="l" r="r" t="t"/>
              <a:pathLst>
                <a:path extrusionOk="0" h="1248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31" y="974"/>
                    <a:pt x="305" y="1247"/>
                    <a:pt x="609" y="1247"/>
                  </a:cubicBezTo>
                  <a:cubicBezTo>
                    <a:pt x="943" y="1247"/>
                    <a:pt x="1217" y="974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4713875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4713875" y="41363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4713875" y="4223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47138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4713875" y="4312675"/>
              <a:ext cx="29675" cy="29650"/>
            </a:xfrm>
            <a:custGeom>
              <a:rect b="b" l="l" r="r" t="t"/>
              <a:pathLst>
                <a:path extrusionOk="0" h="1186" w="1187">
                  <a:moveTo>
                    <a:pt x="609" y="0"/>
                  </a:moveTo>
                  <a:cubicBezTo>
                    <a:pt x="396" y="0"/>
                    <a:pt x="153" y="152"/>
                    <a:pt x="92" y="365"/>
                  </a:cubicBezTo>
                  <a:cubicBezTo>
                    <a:pt x="92" y="395"/>
                    <a:pt x="92" y="395"/>
                    <a:pt x="31" y="426"/>
                  </a:cubicBezTo>
                  <a:cubicBezTo>
                    <a:pt x="31" y="456"/>
                    <a:pt x="1" y="547"/>
                    <a:pt x="1" y="578"/>
                  </a:cubicBezTo>
                  <a:lnTo>
                    <a:pt x="1" y="699"/>
                  </a:lnTo>
                  <a:cubicBezTo>
                    <a:pt x="31" y="912"/>
                    <a:pt x="183" y="1064"/>
                    <a:pt x="396" y="1155"/>
                  </a:cubicBezTo>
                  <a:cubicBezTo>
                    <a:pt x="457" y="1185"/>
                    <a:pt x="487" y="1185"/>
                    <a:pt x="578" y="1185"/>
                  </a:cubicBezTo>
                  <a:cubicBezTo>
                    <a:pt x="852" y="1185"/>
                    <a:pt x="1065" y="1003"/>
                    <a:pt x="1156" y="730"/>
                  </a:cubicBezTo>
                  <a:cubicBezTo>
                    <a:pt x="1156" y="699"/>
                    <a:pt x="1186" y="608"/>
                    <a:pt x="1186" y="578"/>
                  </a:cubicBezTo>
                  <a:lnTo>
                    <a:pt x="1186" y="456"/>
                  </a:lnTo>
                  <a:cubicBezTo>
                    <a:pt x="1186" y="274"/>
                    <a:pt x="1034" y="91"/>
                    <a:pt x="791" y="61"/>
                  </a:cubicBezTo>
                  <a:cubicBezTo>
                    <a:pt x="730" y="0"/>
                    <a:pt x="700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/>
          <p:nvPr/>
        </p:nvSpPr>
        <p:spPr>
          <a:xfrm>
            <a:off x="2223600" y="0"/>
            <a:ext cx="46968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23"/>
          <p:cNvSpPr txBox="1"/>
          <p:nvPr>
            <p:ph idx="1" type="subTitle"/>
          </p:nvPr>
        </p:nvSpPr>
        <p:spPr>
          <a:xfrm>
            <a:off x="2223600" y="1428226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8" name="Google Shape;578;p23"/>
          <p:cNvSpPr txBox="1"/>
          <p:nvPr>
            <p:ph hasCustomPrompt="1" idx="2" type="title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23"/>
          <p:cNvSpPr txBox="1"/>
          <p:nvPr>
            <p:ph idx="3" type="subTitle"/>
          </p:nvPr>
        </p:nvSpPr>
        <p:spPr>
          <a:xfrm>
            <a:off x="2223600" y="2728503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0" name="Google Shape;580;p23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23"/>
          <p:cNvSpPr txBox="1"/>
          <p:nvPr>
            <p:ph idx="5" type="subTitle"/>
          </p:nvPr>
        </p:nvSpPr>
        <p:spPr>
          <a:xfrm>
            <a:off x="2223600" y="4028781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82" name="Google Shape;582;p23"/>
          <p:cNvCxnSpPr/>
          <p:nvPr/>
        </p:nvCxnSpPr>
        <p:spPr>
          <a:xfrm rot="-5400000">
            <a:off x="-864742" y="1175250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23"/>
          <p:cNvCxnSpPr/>
          <p:nvPr/>
        </p:nvCxnSpPr>
        <p:spPr>
          <a:xfrm rot="-5400000">
            <a:off x="-663383" y="1175250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23"/>
          <p:cNvCxnSpPr/>
          <p:nvPr/>
        </p:nvCxnSpPr>
        <p:spPr>
          <a:xfrm rot="-5400000">
            <a:off x="-462025" y="1175250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23"/>
          <p:cNvCxnSpPr/>
          <p:nvPr/>
        </p:nvCxnSpPr>
        <p:spPr>
          <a:xfrm rot="10800000">
            <a:off x="7364997" y="6603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23"/>
          <p:cNvCxnSpPr/>
          <p:nvPr/>
        </p:nvCxnSpPr>
        <p:spPr>
          <a:xfrm rot="10800000">
            <a:off x="7364997" y="5079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23"/>
          <p:cNvCxnSpPr/>
          <p:nvPr/>
        </p:nvCxnSpPr>
        <p:spPr>
          <a:xfrm rot="10800000">
            <a:off x="7364997" y="3555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4"/>
          <p:cNvSpPr txBox="1"/>
          <p:nvPr>
            <p:ph hasCustomPrompt="1" type="title"/>
          </p:nvPr>
        </p:nvSpPr>
        <p:spPr>
          <a:xfrm>
            <a:off x="1623250" y="2061475"/>
            <a:ext cx="803700" cy="486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0" name="Google Shape;590;p24"/>
          <p:cNvSpPr txBox="1"/>
          <p:nvPr>
            <p:ph idx="1" type="subTitle"/>
          </p:nvPr>
        </p:nvSpPr>
        <p:spPr>
          <a:xfrm>
            <a:off x="938500" y="35921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1" name="Google Shape;591;p24"/>
          <p:cNvSpPr txBox="1"/>
          <p:nvPr>
            <p:ph idx="2" type="subTitle"/>
          </p:nvPr>
        </p:nvSpPr>
        <p:spPr>
          <a:xfrm>
            <a:off x="9385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2" name="Google Shape;592;p24"/>
          <p:cNvSpPr txBox="1"/>
          <p:nvPr>
            <p:ph hasCustomPrompt="1" idx="3" type="title"/>
          </p:nvPr>
        </p:nvSpPr>
        <p:spPr>
          <a:xfrm>
            <a:off x="4170088" y="2061475"/>
            <a:ext cx="803700" cy="486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3" name="Google Shape;593;p24"/>
          <p:cNvSpPr txBox="1"/>
          <p:nvPr>
            <p:ph idx="4" type="subTitle"/>
          </p:nvPr>
        </p:nvSpPr>
        <p:spPr>
          <a:xfrm>
            <a:off x="3485400" y="35921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4" name="Google Shape;594;p24"/>
          <p:cNvSpPr txBox="1"/>
          <p:nvPr>
            <p:ph idx="5" type="subTitle"/>
          </p:nvPr>
        </p:nvSpPr>
        <p:spPr>
          <a:xfrm>
            <a:off x="34854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5" name="Google Shape;595;p24"/>
          <p:cNvSpPr txBox="1"/>
          <p:nvPr>
            <p:ph hasCustomPrompt="1" idx="6" type="title"/>
          </p:nvPr>
        </p:nvSpPr>
        <p:spPr>
          <a:xfrm>
            <a:off x="6716925" y="2061475"/>
            <a:ext cx="803700" cy="486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6" name="Google Shape;596;p24"/>
          <p:cNvSpPr txBox="1"/>
          <p:nvPr>
            <p:ph idx="7" type="subTitle"/>
          </p:nvPr>
        </p:nvSpPr>
        <p:spPr>
          <a:xfrm>
            <a:off x="6032300" y="35921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7" name="Google Shape;597;p24"/>
          <p:cNvSpPr txBox="1"/>
          <p:nvPr>
            <p:ph idx="8" type="subTitle"/>
          </p:nvPr>
        </p:nvSpPr>
        <p:spPr>
          <a:xfrm>
            <a:off x="60323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8" name="Google Shape;598;p24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9" name="Google Shape;599;p24"/>
          <p:cNvSpPr/>
          <p:nvPr/>
        </p:nvSpPr>
        <p:spPr>
          <a:xfrm>
            <a:off x="8424000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24"/>
          <p:cNvGrpSpPr/>
          <p:nvPr/>
        </p:nvGrpSpPr>
        <p:grpSpPr>
          <a:xfrm rot="5400000">
            <a:off x="8028460" y="-341009"/>
            <a:ext cx="287691" cy="1473303"/>
            <a:chOff x="-1582400" y="253375"/>
            <a:chExt cx="217750" cy="1115125"/>
          </a:xfrm>
        </p:grpSpPr>
        <p:sp>
          <p:nvSpPr>
            <p:cNvPr id="601" name="Google Shape;601;p24"/>
            <p:cNvSpPr/>
            <p:nvPr/>
          </p:nvSpPr>
          <p:spPr>
            <a:xfrm>
              <a:off x="-158240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4"/>
            <p:cNvSpPr/>
            <p:nvPr/>
          </p:nvSpPr>
          <p:spPr>
            <a:xfrm>
              <a:off x="-153255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-148167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-143182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-1383000" y="2533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-158240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-153255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-148167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-143182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-1383000" y="2991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-158240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-153255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-148167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-143182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-1383000" y="3449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-158240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30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-153255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-148167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30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-143182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-1383000" y="3897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30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-158240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29"/>
                    <a:pt x="163" y="692"/>
                    <a:pt x="367" y="692"/>
                  </a:cubicBezTo>
                  <a:cubicBezTo>
                    <a:pt x="570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-153255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-148167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29"/>
                    <a:pt x="122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-143182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30" y="692"/>
                    <a:pt x="692" y="529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-1383000" y="4355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29"/>
                    <a:pt x="164" y="692"/>
                    <a:pt x="367" y="692"/>
                  </a:cubicBezTo>
                  <a:cubicBezTo>
                    <a:pt x="571" y="692"/>
                    <a:pt x="733" y="529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-158240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-153255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-148167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-143182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-1383000" y="48230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-158240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53255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-148167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-143182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-1383000" y="5280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-158240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-153255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-148167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-143182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-1383000" y="57387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-158240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-153255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-148167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-143182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-1383000" y="61862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-158240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-153255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-148167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-143182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22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-1383000" y="664425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22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-158240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-153255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-148167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-143182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-1383000" y="71122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-158240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-153255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-148167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-143182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-1383000" y="7570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-158240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-153255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-148167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-143182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-1383000" y="8027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-158240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-153255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-148167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-143182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-1383000" y="8475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-158240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-153255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-148167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-143182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-1383000" y="893350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-158240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-153255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-148167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-143182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-1383000" y="9401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-158240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-153255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-148167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-143182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-1383000" y="9859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-158240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-153255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-148167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-143182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-1383000" y="10317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-158240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23"/>
                    <a:pt x="0" y="32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-153255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-148167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23"/>
                    <a:pt x="0" y="32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-143182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26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-1383000" y="10764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23"/>
                    <a:pt x="1" y="32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26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-158240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-153255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-148167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-143182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-1383000" y="11222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-158240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-153255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-148167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-143182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-1383000" y="11690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-158240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-153255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-148167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-143182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-1383000" y="12148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-158240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-153255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-148167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-143182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-1383000" y="12606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-158240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22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-153255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-148167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22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-143182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0"/>
                    <a:pt x="32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-1383000" y="13054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22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0"/>
                    <a:pt x="36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-158240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-153255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-148167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-143182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-1383000" y="13511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6" name="Google Shape;726;p24"/>
          <p:cNvSpPr/>
          <p:nvPr/>
        </p:nvSpPr>
        <p:spPr>
          <a:xfrm flipH="1" rot="-5400000">
            <a:off x="573119" y="4146754"/>
            <a:ext cx="897949" cy="1812434"/>
          </a:xfrm>
          <a:custGeom>
            <a:rect b="b" l="l" r="r" t="t"/>
            <a:pathLst>
              <a:path extrusionOk="0" h="75739" w="37524">
                <a:moveTo>
                  <a:pt x="37483" y="1"/>
                </a:moveTo>
                <a:cubicBezTo>
                  <a:pt x="16809" y="204"/>
                  <a:pt x="1" y="17216"/>
                  <a:pt x="1" y="37890"/>
                </a:cubicBezTo>
                <a:cubicBezTo>
                  <a:pt x="1" y="58523"/>
                  <a:pt x="16809" y="75535"/>
                  <a:pt x="37483" y="75738"/>
                </a:cubicBezTo>
                <a:lnTo>
                  <a:pt x="37523" y="72604"/>
                </a:lnTo>
                <a:cubicBezTo>
                  <a:pt x="18559" y="72442"/>
                  <a:pt x="3094" y="56855"/>
                  <a:pt x="3094" y="37849"/>
                </a:cubicBezTo>
                <a:cubicBezTo>
                  <a:pt x="3094" y="18884"/>
                  <a:pt x="18559" y="3338"/>
                  <a:pt x="37523" y="3134"/>
                </a:cubicBezTo>
                <a:lnTo>
                  <a:pt x="37483" y="1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5"/>
          <p:cNvSpPr txBox="1"/>
          <p:nvPr>
            <p:ph type="title"/>
          </p:nvPr>
        </p:nvSpPr>
        <p:spPr>
          <a:xfrm>
            <a:off x="2678700" y="2590913"/>
            <a:ext cx="3786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9" name="Google Shape;729;p25"/>
          <p:cNvSpPr txBox="1"/>
          <p:nvPr>
            <p:ph hasCustomPrompt="1" idx="2" type="title"/>
          </p:nvPr>
        </p:nvSpPr>
        <p:spPr>
          <a:xfrm>
            <a:off x="3542400" y="1358900"/>
            <a:ext cx="2059200" cy="1037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0" name="Google Shape;730;p25"/>
          <p:cNvSpPr txBox="1"/>
          <p:nvPr>
            <p:ph idx="1" type="subTitle"/>
          </p:nvPr>
        </p:nvSpPr>
        <p:spPr>
          <a:xfrm>
            <a:off x="2370150" y="3432725"/>
            <a:ext cx="44037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25"/>
          <p:cNvSpPr/>
          <p:nvPr/>
        </p:nvSpPr>
        <p:spPr>
          <a:xfrm>
            <a:off x="0" y="0"/>
            <a:ext cx="2059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7084800" y="0"/>
            <a:ext cx="2059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3" name="Google Shape;733;p25"/>
          <p:cNvGrpSpPr/>
          <p:nvPr/>
        </p:nvGrpSpPr>
        <p:grpSpPr>
          <a:xfrm>
            <a:off x="362722" y="2992992"/>
            <a:ext cx="548962" cy="2150503"/>
            <a:chOff x="4713875" y="3872675"/>
            <a:chExt cx="276625" cy="1083650"/>
          </a:xfrm>
        </p:grpSpPr>
        <p:sp>
          <p:nvSpPr>
            <p:cNvPr id="734" name="Google Shape;734;p25"/>
            <p:cNvSpPr/>
            <p:nvPr/>
          </p:nvSpPr>
          <p:spPr>
            <a:xfrm>
              <a:off x="4713875" y="4749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5"/>
            <p:cNvSpPr/>
            <p:nvPr/>
          </p:nvSpPr>
          <p:spPr>
            <a:xfrm>
              <a:off x="47138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4713875" y="4662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47138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4713875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4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47138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4713875" y="4926400"/>
              <a:ext cx="29675" cy="29925"/>
            </a:xfrm>
            <a:custGeom>
              <a:rect b="b" l="l" r="r" t="t"/>
              <a:pathLst>
                <a:path extrusionOk="0" h="1197" w="1187">
                  <a:moveTo>
                    <a:pt x="629" y="0"/>
                  </a:moveTo>
                  <a:cubicBezTo>
                    <a:pt x="583" y="0"/>
                    <a:pt x="535" y="4"/>
                    <a:pt x="487" y="11"/>
                  </a:cubicBezTo>
                  <a:cubicBezTo>
                    <a:pt x="457" y="11"/>
                    <a:pt x="426" y="11"/>
                    <a:pt x="396" y="41"/>
                  </a:cubicBezTo>
                  <a:cubicBezTo>
                    <a:pt x="335" y="41"/>
                    <a:pt x="305" y="71"/>
                    <a:pt x="274" y="71"/>
                  </a:cubicBezTo>
                  <a:cubicBezTo>
                    <a:pt x="213" y="132"/>
                    <a:pt x="183" y="132"/>
                    <a:pt x="183" y="163"/>
                  </a:cubicBezTo>
                  <a:cubicBezTo>
                    <a:pt x="92" y="284"/>
                    <a:pt x="1" y="436"/>
                    <a:pt x="1" y="588"/>
                  </a:cubicBezTo>
                  <a:cubicBezTo>
                    <a:pt x="1" y="740"/>
                    <a:pt x="92" y="892"/>
                    <a:pt x="183" y="983"/>
                  </a:cubicBezTo>
                  <a:cubicBezTo>
                    <a:pt x="305" y="1105"/>
                    <a:pt x="457" y="1196"/>
                    <a:pt x="609" y="1196"/>
                  </a:cubicBezTo>
                  <a:cubicBezTo>
                    <a:pt x="761" y="1196"/>
                    <a:pt x="913" y="1105"/>
                    <a:pt x="1034" y="983"/>
                  </a:cubicBezTo>
                  <a:lnTo>
                    <a:pt x="1095" y="923"/>
                  </a:lnTo>
                  <a:cubicBezTo>
                    <a:pt x="1156" y="892"/>
                    <a:pt x="1156" y="831"/>
                    <a:pt x="1156" y="801"/>
                  </a:cubicBezTo>
                  <a:cubicBezTo>
                    <a:pt x="1156" y="771"/>
                    <a:pt x="1186" y="740"/>
                    <a:pt x="1186" y="679"/>
                  </a:cubicBezTo>
                  <a:lnTo>
                    <a:pt x="1186" y="588"/>
                  </a:lnTo>
                  <a:cubicBezTo>
                    <a:pt x="1186" y="436"/>
                    <a:pt x="1095" y="284"/>
                    <a:pt x="1004" y="163"/>
                  </a:cubicBezTo>
                  <a:cubicBezTo>
                    <a:pt x="933" y="45"/>
                    <a:pt x="789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4796700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4796700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4795200" y="431267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4796700" y="48385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4796700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4796700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4795200" y="4400050"/>
              <a:ext cx="31175" cy="30425"/>
            </a:xfrm>
            <a:custGeom>
              <a:rect b="b" l="l" r="r" t="t"/>
              <a:pathLst>
                <a:path extrusionOk="0" h="1217" w="1247">
                  <a:moveTo>
                    <a:pt x="63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38" y="1216"/>
                  </a:cubicBezTo>
                  <a:cubicBezTo>
                    <a:pt x="973" y="1216"/>
                    <a:pt x="1246" y="973"/>
                    <a:pt x="1246" y="608"/>
                  </a:cubicBezTo>
                  <a:cubicBezTo>
                    <a:pt x="1246" y="274"/>
                    <a:pt x="973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4795950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5" y="0"/>
                  </a:moveTo>
                  <a:cubicBezTo>
                    <a:pt x="449" y="0"/>
                    <a:pt x="289" y="61"/>
                    <a:pt x="183" y="183"/>
                  </a:cubicBezTo>
                  <a:cubicBezTo>
                    <a:pt x="61" y="304"/>
                    <a:pt x="0" y="456"/>
                    <a:pt x="0" y="608"/>
                  </a:cubicBezTo>
                  <a:cubicBezTo>
                    <a:pt x="0" y="760"/>
                    <a:pt x="61" y="912"/>
                    <a:pt x="183" y="1003"/>
                  </a:cubicBezTo>
                  <a:cubicBezTo>
                    <a:pt x="304" y="1125"/>
                    <a:pt x="456" y="1216"/>
                    <a:pt x="608" y="1216"/>
                  </a:cubicBezTo>
                  <a:cubicBezTo>
                    <a:pt x="760" y="1216"/>
                    <a:pt x="912" y="1125"/>
                    <a:pt x="1003" y="1003"/>
                  </a:cubicBezTo>
                  <a:cubicBezTo>
                    <a:pt x="1125" y="912"/>
                    <a:pt x="1216" y="760"/>
                    <a:pt x="1216" y="608"/>
                  </a:cubicBezTo>
                  <a:cubicBezTo>
                    <a:pt x="1216" y="456"/>
                    <a:pt x="1125" y="304"/>
                    <a:pt x="1003" y="183"/>
                  </a:cubicBezTo>
                  <a:cubicBezTo>
                    <a:pt x="912" y="61"/>
                    <a:pt x="760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4878025" y="48385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4878025" y="47511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186" y="243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4878025" y="45748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4878025" y="431267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4878025" y="466372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186" y="24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4878025" y="4487450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4878025" y="4224525"/>
              <a:ext cx="30400" cy="30400"/>
            </a:xfrm>
            <a:custGeom>
              <a:rect b="b" l="l" r="r" t="t"/>
              <a:pathLst>
                <a:path extrusionOk="0" h="1216" w="1216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73" y="1216"/>
                    <a:pt x="1216" y="942"/>
                    <a:pt x="1216" y="608"/>
                  </a:cubicBezTo>
                  <a:cubicBezTo>
                    <a:pt x="1186" y="274"/>
                    <a:pt x="912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4878025" y="440005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73" y="1216"/>
                    <a:pt x="1216" y="973"/>
                    <a:pt x="1216" y="608"/>
                  </a:cubicBezTo>
                  <a:cubicBezTo>
                    <a:pt x="1186" y="274"/>
                    <a:pt x="912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4879525" y="49259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563" y="0"/>
                  </a:moveTo>
                  <a:cubicBezTo>
                    <a:pt x="411" y="0"/>
                    <a:pt x="259" y="61"/>
                    <a:pt x="153" y="183"/>
                  </a:cubicBezTo>
                  <a:lnTo>
                    <a:pt x="62" y="243"/>
                  </a:lnTo>
                  <a:cubicBezTo>
                    <a:pt x="31" y="304"/>
                    <a:pt x="31" y="335"/>
                    <a:pt x="31" y="365"/>
                  </a:cubicBezTo>
                  <a:cubicBezTo>
                    <a:pt x="31" y="395"/>
                    <a:pt x="1" y="456"/>
                    <a:pt x="1" y="487"/>
                  </a:cubicBezTo>
                  <a:lnTo>
                    <a:pt x="1" y="608"/>
                  </a:lnTo>
                  <a:cubicBezTo>
                    <a:pt x="1" y="760"/>
                    <a:pt x="62" y="912"/>
                    <a:pt x="183" y="1003"/>
                  </a:cubicBezTo>
                  <a:cubicBezTo>
                    <a:pt x="305" y="1125"/>
                    <a:pt x="426" y="1216"/>
                    <a:pt x="609" y="1216"/>
                  </a:cubicBezTo>
                  <a:lnTo>
                    <a:pt x="700" y="1216"/>
                  </a:lnTo>
                  <a:cubicBezTo>
                    <a:pt x="761" y="1216"/>
                    <a:pt x="791" y="1216"/>
                    <a:pt x="822" y="1155"/>
                  </a:cubicBezTo>
                  <a:cubicBezTo>
                    <a:pt x="852" y="1155"/>
                    <a:pt x="913" y="1125"/>
                    <a:pt x="943" y="1125"/>
                  </a:cubicBezTo>
                  <a:cubicBezTo>
                    <a:pt x="974" y="1095"/>
                    <a:pt x="1004" y="1095"/>
                    <a:pt x="1004" y="1064"/>
                  </a:cubicBezTo>
                  <a:cubicBezTo>
                    <a:pt x="1126" y="943"/>
                    <a:pt x="1217" y="791"/>
                    <a:pt x="1217" y="639"/>
                  </a:cubicBezTo>
                  <a:lnTo>
                    <a:pt x="1217" y="517"/>
                  </a:lnTo>
                  <a:cubicBezTo>
                    <a:pt x="1126" y="456"/>
                    <a:pt x="1095" y="395"/>
                    <a:pt x="1095" y="365"/>
                  </a:cubicBezTo>
                  <a:cubicBezTo>
                    <a:pt x="1095" y="335"/>
                    <a:pt x="1065" y="304"/>
                    <a:pt x="1065" y="243"/>
                  </a:cubicBezTo>
                  <a:cubicBezTo>
                    <a:pt x="1004" y="213"/>
                    <a:pt x="1004" y="183"/>
                    <a:pt x="974" y="183"/>
                  </a:cubicBezTo>
                  <a:cubicBezTo>
                    <a:pt x="867" y="61"/>
                    <a:pt x="715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4960075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4960075" y="4487450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4960075" y="431267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4960075" y="4224525"/>
              <a:ext cx="30425" cy="3040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4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186" y="274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4960075" y="44000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4960075" y="4837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4960075" y="4751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186" y="243"/>
                    <a:pt x="91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4960075" y="46637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4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24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4960075" y="45748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73"/>
                    <a:pt x="24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4960075" y="4926175"/>
              <a:ext cx="30425" cy="30150"/>
            </a:xfrm>
            <a:custGeom>
              <a:rect b="b" l="l" r="r" t="t"/>
              <a:pathLst>
                <a:path extrusionOk="0" h="1206" w="1217">
                  <a:moveTo>
                    <a:pt x="595" y="0"/>
                  </a:moveTo>
                  <a:cubicBezTo>
                    <a:pt x="439" y="0"/>
                    <a:pt x="302" y="77"/>
                    <a:pt x="183" y="172"/>
                  </a:cubicBezTo>
                  <a:cubicBezTo>
                    <a:pt x="62" y="263"/>
                    <a:pt x="1" y="415"/>
                    <a:pt x="1" y="597"/>
                  </a:cubicBezTo>
                  <a:cubicBezTo>
                    <a:pt x="1" y="719"/>
                    <a:pt x="62" y="901"/>
                    <a:pt x="183" y="992"/>
                  </a:cubicBezTo>
                  <a:cubicBezTo>
                    <a:pt x="305" y="1114"/>
                    <a:pt x="457" y="1205"/>
                    <a:pt x="609" y="1205"/>
                  </a:cubicBezTo>
                  <a:cubicBezTo>
                    <a:pt x="670" y="1205"/>
                    <a:pt x="761" y="1205"/>
                    <a:pt x="822" y="1144"/>
                  </a:cubicBezTo>
                  <a:cubicBezTo>
                    <a:pt x="913" y="1114"/>
                    <a:pt x="974" y="1084"/>
                    <a:pt x="1034" y="1023"/>
                  </a:cubicBezTo>
                  <a:cubicBezTo>
                    <a:pt x="1126" y="932"/>
                    <a:pt x="1217" y="780"/>
                    <a:pt x="1217" y="628"/>
                  </a:cubicBezTo>
                  <a:lnTo>
                    <a:pt x="1217" y="506"/>
                  </a:lnTo>
                  <a:cubicBezTo>
                    <a:pt x="1186" y="445"/>
                    <a:pt x="1126" y="384"/>
                    <a:pt x="1126" y="354"/>
                  </a:cubicBezTo>
                  <a:cubicBezTo>
                    <a:pt x="1126" y="324"/>
                    <a:pt x="1095" y="293"/>
                    <a:pt x="1095" y="232"/>
                  </a:cubicBezTo>
                  <a:cubicBezTo>
                    <a:pt x="1065" y="202"/>
                    <a:pt x="1065" y="172"/>
                    <a:pt x="1034" y="172"/>
                  </a:cubicBezTo>
                  <a:lnTo>
                    <a:pt x="943" y="80"/>
                  </a:lnTo>
                  <a:cubicBezTo>
                    <a:pt x="913" y="50"/>
                    <a:pt x="882" y="50"/>
                    <a:pt x="822" y="50"/>
                  </a:cubicBezTo>
                  <a:cubicBezTo>
                    <a:pt x="791" y="50"/>
                    <a:pt x="761" y="20"/>
                    <a:pt x="730" y="20"/>
                  </a:cubicBezTo>
                  <a:cubicBezTo>
                    <a:pt x="684" y="6"/>
                    <a:pt x="639" y="0"/>
                    <a:pt x="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4960075" y="39623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4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49600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882"/>
                    <a:pt x="183" y="1095"/>
                    <a:pt x="457" y="1186"/>
                  </a:cubicBezTo>
                  <a:cubicBezTo>
                    <a:pt x="487" y="1186"/>
                    <a:pt x="578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186" y="335"/>
                    <a:pt x="974" y="122"/>
                    <a:pt x="761" y="31"/>
                  </a:cubicBezTo>
                  <a:cubicBezTo>
                    <a:pt x="730" y="31"/>
                    <a:pt x="670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4960075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4878025" y="3872675"/>
              <a:ext cx="30400" cy="31200"/>
            </a:xfrm>
            <a:custGeom>
              <a:rect b="b" l="l" r="r" t="t"/>
              <a:pathLst>
                <a:path extrusionOk="0" h="1248" w="1216">
                  <a:moveTo>
                    <a:pt x="608" y="1"/>
                  </a:moveTo>
                  <a:cubicBezTo>
                    <a:pt x="274" y="1"/>
                    <a:pt x="0" y="275"/>
                    <a:pt x="0" y="609"/>
                  </a:cubicBezTo>
                  <a:cubicBezTo>
                    <a:pt x="0" y="974"/>
                    <a:pt x="274" y="1247"/>
                    <a:pt x="608" y="1247"/>
                  </a:cubicBezTo>
                  <a:cubicBezTo>
                    <a:pt x="973" y="1247"/>
                    <a:pt x="1216" y="974"/>
                    <a:pt x="1216" y="609"/>
                  </a:cubicBezTo>
                  <a:cubicBezTo>
                    <a:pt x="1216" y="275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4878025" y="4137125"/>
              <a:ext cx="29650" cy="29675"/>
            </a:xfrm>
            <a:custGeom>
              <a:rect b="b" l="l" r="r" t="t"/>
              <a:pathLst>
                <a:path extrusionOk="0" h="1187" w="1186">
                  <a:moveTo>
                    <a:pt x="608" y="1"/>
                  </a:moveTo>
                  <a:cubicBezTo>
                    <a:pt x="395" y="1"/>
                    <a:pt x="152" y="153"/>
                    <a:pt x="91" y="335"/>
                  </a:cubicBezTo>
                  <a:cubicBezTo>
                    <a:pt x="91" y="396"/>
                    <a:pt x="91" y="396"/>
                    <a:pt x="61" y="426"/>
                  </a:cubicBezTo>
                  <a:cubicBezTo>
                    <a:pt x="61" y="457"/>
                    <a:pt x="0" y="548"/>
                    <a:pt x="0" y="578"/>
                  </a:cubicBezTo>
                  <a:lnTo>
                    <a:pt x="0" y="669"/>
                  </a:lnTo>
                  <a:cubicBezTo>
                    <a:pt x="61" y="913"/>
                    <a:pt x="213" y="1065"/>
                    <a:pt x="395" y="1125"/>
                  </a:cubicBezTo>
                  <a:cubicBezTo>
                    <a:pt x="456" y="1186"/>
                    <a:pt x="517" y="1186"/>
                    <a:pt x="578" y="1186"/>
                  </a:cubicBezTo>
                  <a:cubicBezTo>
                    <a:pt x="821" y="1186"/>
                    <a:pt x="1034" y="1034"/>
                    <a:pt x="1125" y="852"/>
                  </a:cubicBezTo>
                  <a:cubicBezTo>
                    <a:pt x="1125" y="791"/>
                    <a:pt x="1125" y="791"/>
                    <a:pt x="1155" y="761"/>
                  </a:cubicBezTo>
                  <a:cubicBezTo>
                    <a:pt x="1155" y="730"/>
                    <a:pt x="1186" y="639"/>
                    <a:pt x="1186" y="609"/>
                  </a:cubicBezTo>
                  <a:lnTo>
                    <a:pt x="1186" y="487"/>
                  </a:lnTo>
                  <a:cubicBezTo>
                    <a:pt x="1155" y="274"/>
                    <a:pt x="1003" y="122"/>
                    <a:pt x="821" y="31"/>
                  </a:cubicBezTo>
                  <a:cubicBezTo>
                    <a:pt x="730" y="1"/>
                    <a:pt x="69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4878025" y="4048975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73" y="1217"/>
                    <a:pt x="1216" y="94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4878025" y="3961600"/>
              <a:ext cx="30400" cy="30425"/>
            </a:xfrm>
            <a:custGeom>
              <a:rect b="b" l="l" r="r" t="t"/>
              <a:pathLst>
                <a:path extrusionOk="0" h="1217" w="1216">
                  <a:moveTo>
                    <a:pt x="608" y="0"/>
                  </a:moveTo>
                  <a:cubicBezTo>
                    <a:pt x="274" y="0"/>
                    <a:pt x="0" y="243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4796700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4796700" y="38742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4795200" y="4224525"/>
              <a:ext cx="31175" cy="30400"/>
            </a:xfrm>
            <a:custGeom>
              <a:rect b="b" l="l" r="r" t="t"/>
              <a:pathLst>
                <a:path extrusionOk="0" h="1216" w="1247">
                  <a:moveTo>
                    <a:pt x="63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882"/>
                    <a:pt x="213" y="1094"/>
                    <a:pt x="426" y="1186"/>
                  </a:cubicBezTo>
                  <a:cubicBezTo>
                    <a:pt x="517" y="1216"/>
                    <a:pt x="547" y="1216"/>
                    <a:pt x="638" y="1216"/>
                  </a:cubicBezTo>
                  <a:cubicBezTo>
                    <a:pt x="973" y="1216"/>
                    <a:pt x="1246" y="942"/>
                    <a:pt x="1246" y="608"/>
                  </a:cubicBezTo>
                  <a:cubicBezTo>
                    <a:pt x="1246" y="334"/>
                    <a:pt x="1094" y="122"/>
                    <a:pt x="821" y="31"/>
                  </a:cubicBezTo>
                  <a:cubicBezTo>
                    <a:pt x="730" y="0"/>
                    <a:pt x="699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4796700" y="413712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186" y="274"/>
                    <a:pt x="91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4796700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4713875" y="3872675"/>
              <a:ext cx="30425" cy="31200"/>
            </a:xfrm>
            <a:custGeom>
              <a:rect b="b" l="l" r="r" t="t"/>
              <a:pathLst>
                <a:path extrusionOk="0" h="1248" w="1217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31" y="974"/>
                    <a:pt x="305" y="1247"/>
                    <a:pt x="609" y="1247"/>
                  </a:cubicBezTo>
                  <a:cubicBezTo>
                    <a:pt x="943" y="1247"/>
                    <a:pt x="1217" y="974"/>
                    <a:pt x="1217" y="609"/>
                  </a:cubicBezTo>
                  <a:cubicBezTo>
                    <a:pt x="1217" y="275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4713875" y="396160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4713875" y="41363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31" y="943"/>
                    <a:pt x="30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4713875" y="4223750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4713875" y="40489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31" y="943"/>
                    <a:pt x="30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4713875" y="4312675"/>
              <a:ext cx="29675" cy="29650"/>
            </a:xfrm>
            <a:custGeom>
              <a:rect b="b" l="l" r="r" t="t"/>
              <a:pathLst>
                <a:path extrusionOk="0" h="1186" w="1187">
                  <a:moveTo>
                    <a:pt x="609" y="0"/>
                  </a:moveTo>
                  <a:cubicBezTo>
                    <a:pt x="396" y="0"/>
                    <a:pt x="153" y="152"/>
                    <a:pt x="92" y="365"/>
                  </a:cubicBezTo>
                  <a:cubicBezTo>
                    <a:pt x="92" y="395"/>
                    <a:pt x="92" y="395"/>
                    <a:pt x="31" y="426"/>
                  </a:cubicBezTo>
                  <a:cubicBezTo>
                    <a:pt x="31" y="456"/>
                    <a:pt x="1" y="547"/>
                    <a:pt x="1" y="578"/>
                  </a:cubicBezTo>
                  <a:lnTo>
                    <a:pt x="1" y="699"/>
                  </a:lnTo>
                  <a:cubicBezTo>
                    <a:pt x="31" y="912"/>
                    <a:pt x="183" y="1064"/>
                    <a:pt x="396" y="1155"/>
                  </a:cubicBezTo>
                  <a:cubicBezTo>
                    <a:pt x="457" y="1185"/>
                    <a:pt x="487" y="1185"/>
                    <a:pt x="578" y="1185"/>
                  </a:cubicBezTo>
                  <a:cubicBezTo>
                    <a:pt x="852" y="1185"/>
                    <a:pt x="1065" y="1003"/>
                    <a:pt x="1156" y="730"/>
                  </a:cubicBezTo>
                  <a:cubicBezTo>
                    <a:pt x="1156" y="699"/>
                    <a:pt x="1186" y="608"/>
                    <a:pt x="1186" y="578"/>
                  </a:cubicBezTo>
                  <a:lnTo>
                    <a:pt x="1186" y="456"/>
                  </a:lnTo>
                  <a:cubicBezTo>
                    <a:pt x="1186" y="274"/>
                    <a:pt x="1034" y="91"/>
                    <a:pt x="791" y="61"/>
                  </a:cubicBezTo>
                  <a:cubicBezTo>
                    <a:pt x="730" y="0"/>
                    <a:pt x="700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86" name="Google Shape;786;p25"/>
          <p:cNvCxnSpPr/>
          <p:nvPr/>
        </p:nvCxnSpPr>
        <p:spPr>
          <a:xfrm>
            <a:off x="7693525" y="47366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25"/>
          <p:cNvCxnSpPr/>
          <p:nvPr/>
        </p:nvCxnSpPr>
        <p:spPr>
          <a:xfrm>
            <a:off x="7693525" y="48890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25"/>
          <p:cNvSpPr/>
          <p:nvPr/>
        </p:nvSpPr>
        <p:spPr>
          <a:xfrm rot="5400000">
            <a:off x="527085" y="-258207"/>
            <a:ext cx="671144" cy="1725287"/>
          </a:xfrm>
          <a:custGeom>
            <a:rect b="b" l="l" r="r" t="t"/>
            <a:pathLst>
              <a:path extrusionOk="0" fill="none" h="59151" w="23010">
                <a:moveTo>
                  <a:pt x="0" y="59150"/>
                </a:moveTo>
                <a:lnTo>
                  <a:pt x="0" y="11520"/>
                </a:lnTo>
                <a:cubicBezTo>
                  <a:pt x="0" y="5168"/>
                  <a:pt x="5168" y="1"/>
                  <a:pt x="11490" y="1"/>
                </a:cubicBezTo>
                <a:lnTo>
                  <a:pt x="11490" y="1"/>
                </a:lnTo>
                <a:cubicBezTo>
                  <a:pt x="17843" y="1"/>
                  <a:pt x="23010" y="5168"/>
                  <a:pt x="23010" y="11520"/>
                </a:cubicBezTo>
                <a:lnTo>
                  <a:pt x="23010" y="5915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3039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9" name="Google Shape;789;p25"/>
          <p:cNvCxnSpPr/>
          <p:nvPr/>
        </p:nvCxnSpPr>
        <p:spPr>
          <a:xfrm>
            <a:off x="7693525" y="5041400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6"/>
          <p:cNvSpPr txBox="1"/>
          <p:nvPr>
            <p:ph type="title"/>
          </p:nvPr>
        </p:nvSpPr>
        <p:spPr>
          <a:xfrm>
            <a:off x="4045075" y="2595350"/>
            <a:ext cx="43857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2" name="Google Shape;792;p26"/>
          <p:cNvSpPr txBox="1"/>
          <p:nvPr>
            <p:ph hasCustomPrompt="1" idx="2" type="title"/>
          </p:nvPr>
        </p:nvSpPr>
        <p:spPr>
          <a:xfrm>
            <a:off x="6373100" y="1359025"/>
            <a:ext cx="2057400" cy="1037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3" name="Google Shape;793;p26"/>
          <p:cNvSpPr txBox="1"/>
          <p:nvPr>
            <p:ph idx="1" type="subTitle"/>
          </p:nvPr>
        </p:nvSpPr>
        <p:spPr>
          <a:xfrm>
            <a:off x="4044950" y="3437150"/>
            <a:ext cx="43857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26"/>
          <p:cNvSpPr/>
          <p:nvPr/>
        </p:nvSpPr>
        <p:spPr>
          <a:xfrm>
            <a:off x="0" y="0"/>
            <a:ext cx="31917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560913" y="1099975"/>
            <a:ext cx="304620" cy="4192398"/>
          </a:xfrm>
          <a:custGeom>
            <a:rect b="b" l="l" r="r" t="t"/>
            <a:pathLst>
              <a:path extrusionOk="0" h="78664" w="5716">
                <a:moveTo>
                  <a:pt x="2858" y="0"/>
                </a:moveTo>
                <a:cubicBezTo>
                  <a:pt x="1308" y="0"/>
                  <a:pt x="1" y="1277"/>
                  <a:pt x="1" y="2857"/>
                </a:cubicBezTo>
                <a:lnTo>
                  <a:pt x="1" y="75807"/>
                </a:lnTo>
                <a:cubicBezTo>
                  <a:pt x="1" y="77387"/>
                  <a:pt x="1308" y="78664"/>
                  <a:pt x="2858" y="78664"/>
                </a:cubicBezTo>
                <a:cubicBezTo>
                  <a:pt x="4408" y="78664"/>
                  <a:pt x="5715" y="77357"/>
                  <a:pt x="5715" y="75807"/>
                </a:cubicBezTo>
                <a:lnTo>
                  <a:pt x="5715" y="2857"/>
                </a:lnTo>
                <a:cubicBezTo>
                  <a:pt x="5715" y="1277"/>
                  <a:pt x="4408" y="0"/>
                  <a:pt x="2858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6" name="Google Shape;796;p26"/>
          <p:cNvCxnSpPr/>
          <p:nvPr/>
        </p:nvCxnSpPr>
        <p:spPr>
          <a:xfrm>
            <a:off x="6128700" y="4899075"/>
            <a:ext cx="30153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_1_1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7"/>
          <p:cNvSpPr/>
          <p:nvPr/>
        </p:nvSpPr>
        <p:spPr>
          <a:xfrm>
            <a:off x="0" y="0"/>
            <a:ext cx="2059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7"/>
          <p:cNvSpPr/>
          <p:nvPr/>
        </p:nvSpPr>
        <p:spPr>
          <a:xfrm>
            <a:off x="7084800" y="0"/>
            <a:ext cx="2059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7"/>
          <p:cNvSpPr txBox="1"/>
          <p:nvPr>
            <p:ph type="title"/>
          </p:nvPr>
        </p:nvSpPr>
        <p:spPr>
          <a:xfrm>
            <a:off x="1543200" y="2574175"/>
            <a:ext cx="605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1" name="Google Shape;801;p27"/>
          <p:cNvSpPr txBox="1"/>
          <p:nvPr>
            <p:ph hasCustomPrompt="1" idx="2" type="title"/>
          </p:nvPr>
        </p:nvSpPr>
        <p:spPr>
          <a:xfrm>
            <a:off x="3541500" y="1240450"/>
            <a:ext cx="2059200" cy="1155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2" name="Google Shape;802;p27"/>
          <p:cNvSpPr txBox="1"/>
          <p:nvPr>
            <p:ph idx="1" type="subTitle"/>
          </p:nvPr>
        </p:nvSpPr>
        <p:spPr>
          <a:xfrm>
            <a:off x="1543200" y="3415975"/>
            <a:ext cx="6057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3" name="Google Shape;803;p27"/>
          <p:cNvGrpSpPr/>
          <p:nvPr/>
        </p:nvGrpSpPr>
        <p:grpSpPr>
          <a:xfrm rot="5400000">
            <a:off x="6976950" y="3208788"/>
            <a:ext cx="3151300" cy="718125"/>
            <a:chOff x="5719975" y="3030725"/>
            <a:chExt cx="3151300" cy="718125"/>
          </a:xfrm>
        </p:grpSpPr>
        <p:sp>
          <p:nvSpPr>
            <p:cNvPr id="804" name="Google Shape;804;p27"/>
            <p:cNvSpPr/>
            <p:nvPr/>
          </p:nvSpPr>
          <p:spPr>
            <a:xfrm>
              <a:off x="6282300" y="3030725"/>
              <a:ext cx="2588975" cy="321475"/>
            </a:xfrm>
            <a:custGeom>
              <a:rect b="b" l="l" r="r" t="t"/>
              <a:pathLst>
                <a:path extrusionOk="0" fill="none" h="12859" w="103559">
                  <a:moveTo>
                    <a:pt x="6414" y="31"/>
                  </a:moveTo>
                  <a:cubicBezTo>
                    <a:pt x="2858" y="31"/>
                    <a:pt x="0" y="2919"/>
                    <a:pt x="0" y="6445"/>
                  </a:cubicBezTo>
                  <a:lnTo>
                    <a:pt x="0" y="6445"/>
                  </a:lnTo>
                  <a:cubicBezTo>
                    <a:pt x="0" y="10031"/>
                    <a:pt x="2888" y="12858"/>
                    <a:pt x="6414" y="12858"/>
                  </a:cubicBezTo>
                  <a:lnTo>
                    <a:pt x="103559" y="12858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5719975" y="3426625"/>
              <a:ext cx="2588975" cy="322225"/>
            </a:xfrm>
            <a:custGeom>
              <a:rect b="b" l="l" r="r" t="t"/>
              <a:pathLst>
                <a:path extrusionOk="0" fill="none" h="12889" w="103559">
                  <a:moveTo>
                    <a:pt x="6414" y="31"/>
                  </a:moveTo>
                  <a:cubicBezTo>
                    <a:pt x="2858" y="31"/>
                    <a:pt x="1" y="2919"/>
                    <a:pt x="1" y="6475"/>
                  </a:cubicBezTo>
                  <a:lnTo>
                    <a:pt x="1" y="6475"/>
                  </a:lnTo>
                  <a:cubicBezTo>
                    <a:pt x="1" y="10031"/>
                    <a:pt x="2888" y="12889"/>
                    <a:pt x="6414" y="12889"/>
                  </a:cubicBezTo>
                  <a:lnTo>
                    <a:pt x="103559" y="12889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6" name="Google Shape;806;p27"/>
          <p:cNvGrpSpPr/>
          <p:nvPr/>
        </p:nvGrpSpPr>
        <p:grpSpPr>
          <a:xfrm rot="10800000">
            <a:off x="172477" y="171666"/>
            <a:ext cx="1574212" cy="1681039"/>
            <a:chOff x="4921325" y="1013225"/>
            <a:chExt cx="1175575" cy="1255350"/>
          </a:xfrm>
        </p:grpSpPr>
        <p:sp>
          <p:nvSpPr>
            <p:cNvPr id="807" name="Google Shape;807;p27"/>
            <p:cNvSpPr/>
            <p:nvPr/>
          </p:nvSpPr>
          <p:spPr>
            <a:xfrm>
              <a:off x="49213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593" y="1"/>
                  </a:moveTo>
                  <a:cubicBezTo>
                    <a:pt x="441" y="1"/>
                    <a:pt x="289" y="61"/>
                    <a:pt x="183" y="183"/>
                  </a:cubicBezTo>
                  <a:cubicBezTo>
                    <a:pt x="62" y="274"/>
                    <a:pt x="1" y="426"/>
                    <a:pt x="1" y="578"/>
                  </a:cubicBezTo>
                  <a:cubicBezTo>
                    <a:pt x="1" y="730"/>
                    <a:pt x="62" y="882"/>
                    <a:pt x="18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61" y="1186"/>
                    <a:pt x="913" y="1125"/>
                    <a:pt x="1004" y="1004"/>
                  </a:cubicBezTo>
                  <a:cubicBezTo>
                    <a:pt x="1125" y="882"/>
                    <a:pt x="1217" y="730"/>
                    <a:pt x="1217" y="578"/>
                  </a:cubicBezTo>
                  <a:cubicBezTo>
                    <a:pt x="1217" y="426"/>
                    <a:pt x="1125" y="274"/>
                    <a:pt x="1004" y="183"/>
                  </a:cubicBezTo>
                  <a:cubicBezTo>
                    <a:pt x="897" y="61"/>
                    <a:pt x="745" y="1"/>
                    <a:pt x="59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5003400" y="2150775"/>
              <a:ext cx="30425" cy="30425"/>
            </a:xfrm>
            <a:custGeom>
              <a:rect b="b" l="l" r="r" t="t"/>
              <a:pathLst>
                <a:path extrusionOk="0" h="1217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12"/>
                    <a:pt x="274" y="1186"/>
                    <a:pt x="608" y="1216"/>
                  </a:cubicBezTo>
                  <a:cubicBezTo>
                    <a:pt x="973" y="1216"/>
                    <a:pt x="1216" y="973"/>
                    <a:pt x="1216" y="609"/>
                  </a:cubicBezTo>
                  <a:cubicBezTo>
                    <a:pt x="1216" y="274"/>
                    <a:pt x="973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50034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84" y="1"/>
                  </a:moveTo>
                  <a:cubicBezTo>
                    <a:pt x="442" y="1"/>
                    <a:pt x="296" y="63"/>
                    <a:pt x="183" y="176"/>
                  </a:cubicBezTo>
                  <a:cubicBezTo>
                    <a:pt x="92" y="267"/>
                    <a:pt x="0" y="419"/>
                    <a:pt x="0" y="571"/>
                  </a:cubicBezTo>
                  <a:lnTo>
                    <a:pt x="0" y="693"/>
                  </a:lnTo>
                  <a:cubicBezTo>
                    <a:pt x="0" y="723"/>
                    <a:pt x="31" y="784"/>
                    <a:pt x="31" y="814"/>
                  </a:cubicBezTo>
                  <a:cubicBezTo>
                    <a:pt x="31" y="845"/>
                    <a:pt x="31" y="875"/>
                    <a:pt x="92" y="936"/>
                  </a:cubicBezTo>
                  <a:lnTo>
                    <a:pt x="152" y="997"/>
                  </a:lnTo>
                  <a:cubicBezTo>
                    <a:pt x="274" y="1118"/>
                    <a:pt x="426" y="1179"/>
                    <a:pt x="578" y="1179"/>
                  </a:cubicBezTo>
                  <a:cubicBezTo>
                    <a:pt x="760" y="1179"/>
                    <a:pt x="882" y="1118"/>
                    <a:pt x="1064" y="997"/>
                  </a:cubicBezTo>
                  <a:cubicBezTo>
                    <a:pt x="1095" y="997"/>
                    <a:pt x="1095" y="966"/>
                    <a:pt x="1155" y="936"/>
                  </a:cubicBezTo>
                  <a:cubicBezTo>
                    <a:pt x="1155" y="875"/>
                    <a:pt x="1186" y="845"/>
                    <a:pt x="1186" y="814"/>
                  </a:cubicBezTo>
                  <a:cubicBezTo>
                    <a:pt x="1216" y="753"/>
                    <a:pt x="1216" y="723"/>
                    <a:pt x="1216" y="693"/>
                  </a:cubicBezTo>
                  <a:lnTo>
                    <a:pt x="1216" y="571"/>
                  </a:lnTo>
                  <a:cubicBezTo>
                    <a:pt x="1216" y="419"/>
                    <a:pt x="1155" y="267"/>
                    <a:pt x="1034" y="145"/>
                  </a:cubicBezTo>
                  <a:cubicBezTo>
                    <a:pt x="1034" y="115"/>
                    <a:pt x="1004" y="115"/>
                    <a:pt x="943" y="85"/>
                  </a:cubicBezTo>
                  <a:cubicBezTo>
                    <a:pt x="912" y="85"/>
                    <a:pt x="882" y="54"/>
                    <a:pt x="852" y="54"/>
                  </a:cubicBezTo>
                  <a:cubicBezTo>
                    <a:pt x="791" y="24"/>
                    <a:pt x="760" y="24"/>
                    <a:pt x="730" y="24"/>
                  </a:cubicBezTo>
                  <a:cubicBezTo>
                    <a:pt x="683" y="8"/>
                    <a:pt x="634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5085475" y="2062625"/>
              <a:ext cx="30425" cy="118575"/>
            </a:xfrm>
            <a:custGeom>
              <a:rect b="b" l="l" r="r" t="t"/>
              <a:pathLst>
                <a:path extrusionOk="0" h="4743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2" y="1217"/>
                    <a:pt x="1216" y="943"/>
                    <a:pt x="1216" y="609"/>
                  </a:cubicBezTo>
                  <a:cubicBezTo>
                    <a:pt x="1216" y="274"/>
                    <a:pt x="942" y="1"/>
                    <a:pt x="608" y="1"/>
                  </a:cubicBezTo>
                  <a:close/>
                  <a:moveTo>
                    <a:pt x="608" y="3527"/>
                  </a:moveTo>
                  <a:cubicBezTo>
                    <a:pt x="274" y="3527"/>
                    <a:pt x="0" y="3800"/>
                    <a:pt x="0" y="4135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2" y="4742"/>
                    <a:pt x="1216" y="4499"/>
                    <a:pt x="1216" y="4135"/>
                  </a:cubicBezTo>
                  <a:cubicBezTo>
                    <a:pt x="1216" y="3800"/>
                    <a:pt x="942" y="3527"/>
                    <a:pt x="608" y="352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508547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5166775" y="1975250"/>
              <a:ext cx="30425" cy="205950"/>
            </a:xfrm>
            <a:custGeom>
              <a:rect b="b" l="l" r="r" t="t"/>
              <a:pathLst>
                <a:path extrusionOk="0" h="8238" w="1217">
                  <a:moveTo>
                    <a:pt x="608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8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8" y="0"/>
                  </a:cubicBezTo>
                  <a:close/>
                  <a:moveTo>
                    <a:pt x="608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8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8" y="3496"/>
                  </a:cubicBezTo>
                  <a:close/>
                  <a:moveTo>
                    <a:pt x="608" y="7022"/>
                  </a:moveTo>
                  <a:cubicBezTo>
                    <a:pt x="274" y="7022"/>
                    <a:pt x="1" y="7295"/>
                    <a:pt x="1" y="7630"/>
                  </a:cubicBezTo>
                  <a:cubicBezTo>
                    <a:pt x="1" y="7933"/>
                    <a:pt x="274" y="8207"/>
                    <a:pt x="608" y="8237"/>
                  </a:cubicBezTo>
                  <a:cubicBezTo>
                    <a:pt x="973" y="8237"/>
                    <a:pt x="1216" y="7994"/>
                    <a:pt x="1216" y="7630"/>
                  </a:cubicBezTo>
                  <a:cubicBezTo>
                    <a:pt x="1216" y="7295"/>
                    <a:pt x="973" y="7022"/>
                    <a:pt x="608" y="702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5167525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4" y="183"/>
                  </a:cubicBezTo>
                  <a:cubicBezTo>
                    <a:pt x="92" y="274"/>
                    <a:pt x="1" y="426"/>
                    <a:pt x="1" y="578"/>
                  </a:cubicBezTo>
                  <a:lnTo>
                    <a:pt x="1" y="700"/>
                  </a:lnTo>
                  <a:cubicBezTo>
                    <a:pt x="1" y="730"/>
                    <a:pt x="62" y="791"/>
                    <a:pt x="62" y="821"/>
                  </a:cubicBezTo>
                  <a:cubicBezTo>
                    <a:pt x="62" y="852"/>
                    <a:pt x="62" y="882"/>
                    <a:pt x="92" y="943"/>
                  </a:cubicBezTo>
                  <a:lnTo>
                    <a:pt x="183" y="1004"/>
                  </a:lnTo>
                  <a:cubicBezTo>
                    <a:pt x="274" y="1125"/>
                    <a:pt x="426" y="1186"/>
                    <a:pt x="578" y="1186"/>
                  </a:cubicBezTo>
                  <a:cubicBezTo>
                    <a:pt x="730" y="1186"/>
                    <a:pt x="882" y="1125"/>
                    <a:pt x="1034" y="1004"/>
                  </a:cubicBezTo>
                  <a:cubicBezTo>
                    <a:pt x="1156" y="882"/>
                    <a:pt x="1217" y="730"/>
                    <a:pt x="1217" y="578"/>
                  </a:cubicBezTo>
                  <a:cubicBezTo>
                    <a:pt x="1217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5248850" y="1887850"/>
              <a:ext cx="30425" cy="293350"/>
            </a:xfrm>
            <a:custGeom>
              <a:rect b="b" l="l" r="r" t="t"/>
              <a:pathLst>
                <a:path extrusionOk="0" h="11734" w="1217">
                  <a:moveTo>
                    <a:pt x="60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70"/>
                    <a:pt x="0" y="4104"/>
                  </a:cubicBezTo>
                  <a:cubicBezTo>
                    <a:pt x="0" y="4439"/>
                    <a:pt x="274" y="471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65"/>
                    <a:pt x="0" y="7600"/>
                  </a:cubicBezTo>
                  <a:cubicBezTo>
                    <a:pt x="0" y="7934"/>
                    <a:pt x="27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518"/>
                  </a:moveTo>
                  <a:cubicBezTo>
                    <a:pt x="274" y="10518"/>
                    <a:pt x="0" y="10791"/>
                    <a:pt x="0" y="11126"/>
                  </a:cubicBezTo>
                  <a:cubicBezTo>
                    <a:pt x="0" y="11429"/>
                    <a:pt x="274" y="11703"/>
                    <a:pt x="608" y="11733"/>
                  </a:cubicBezTo>
                  <a:cubicBezTo>
                    <a:pt x="943" y="11733"/>
                    <a:pt x="1216" y="11490"/>
                    <a:pt x="1216" y="11126"/>
                  </a:cubicBezTo>
                  <a:cubicBezTo>
                    <a:pt x="1216" y="10791"/>
                    <a:pt x="943" y="10518"/>
                    <a:pt x="608" y="105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52488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5330150" y="1800475"/>
              <a:ext cx="30425" cy="380725"/>
            </a:xfrm>
            <a:custGeom>
              <a:rect b="b" l="l" r="r" t="t"/>
              <a:pathLst>
                <a:path extrusionOk="0" h="15229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12"/>
                    <a:pt x="274" y="1186"/>
                    <a:pt x="609" y="1216"/>
                  </a:cubicBezTo>
                  <a:cubicBezTo>
                    <a:pt x="973" y="1216"/>
                    <a:pt x="1216" y="943"/>
                    <a:pt x="1216" y="608"/>
                  </a:cubicBezTo>
                  <a:cubicBezTo>
                    <a:pt x="1216" y="274"/>
                    <a:pt x="97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6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73" y="4712"/>
                    <a:pt x="1216" y="4438"/>
                    <a:pt x="1216" y="4104"/>
                  </a:cubicBezTo>
                  <a:cubicBezTo>
                    <a:pt x="1216" y="3769"/>
                    <a:pt x="97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73" y="8207"/>
                    <a:pt x="1216" y="7934"/>
                    <a:pt x="1216" y="7599"/>
                  </a:cubicBezTo>
                  <a:cubicBezTo>
                    <a:pt x="1216" y="7265"/>
                    <a:pt x="973" y="6991"/>
                    <a:pt x="609" y="6991"/>
                  </a:cubicBezTo>
                  <a:close/>
                  <a:moveTo>
                    <a:pt x="609" y="10487"/>
                  </a:moveTo>
                  <a:cubicBezTo>
                    <a:pt x="274" y="10487"/>
                    <a:pt x="1" y="10760"/>
                    <a:pt x="1" y="11095"/>
                  </a:cubicBezTo>
                  <a:cubicBezTo>
                    <a:pt x="1" y="11429"/>
                    <a:pt x="274" y="11703"/>
                    <a:pt x="609" y="11703"/>
                  </a:cubicBezTo>
                  <a:cubicBezTo>
                    <a:pt x="973" y="11703"/>
                    <a:pt x="1216" y="11429"/>
                    <a:pt x="1216" y="11095"/>
                  </a:cubicBezTo>
                  <a:cubicBezTo>
                    <a:pt x="1216" y="10760"/>
                    <a:pt x="97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24"/>
                    <a:pt x="274" y="15198"/>
                    <a:pt x="609" y="15228"/>
                  </a:cubicBezTo>
                  <a:cubicBezTo>
                    <a:pt x="973" y="15228"/>
                    <a:pt x="1216" y="14985"/>
                    <a:pt x="1216" y="14621"/>
                  </a:cubicBezTo>
                  <a:cubicBezTo>
                    <a:pt x="1216" y="14286"/>
                    <a:pt x="973" y="14013"/>
                    <a:pt x="609" y="14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533015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24" y="1"/>
                  </a:moveTo>
                  <a:cubicBezTo>
                    <a:pt x="472" y="1"/>
                    <a:pt x="320" y="61"/>
                    <a:pt x="213" y="183"/>
                  </a:cubicBezTo>
                  <a:cubicBezTo>
                    <a:pt x="92" y="274"/>
                    <a:pt x="1" y="426"/>
                    <a:pt x="1" y="578"/>
                  </a:cubicBezTo>
                  <a:cubicBezTo>
                    <a:pt x="1" y="730"/>
                    <a:pt x="92" y="882"/>
                    <a:pt x="213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700" y="1186"/>
                    <a:pt x="761" y="1156"/>
                    <a:pt x="852" y="1125"/>
                  </a:cubicBezTo>
                  <a:cubicBezTo>
                    <a:pt x="912" y="1125"/>
                    <a:pt x="1004" y="1034"/>
                    <a:pt x="1034" y="1004"/>
                  </a:cubicBezTo>
                  <a:cubicBezTo>
                    <a:pt x="1156" y="882"/>
                    <a:pt x="1216" y="730"/>
                    <a:pt x="1216" y="578"/>
                  </a:cubicBezTo>
                  <a:cubicBezTo>
                    <a:pt x="1216" y="426"/>
                    <a:pt x="1156" y="274"/>
                    <a:pt x="1034" y="183"/>
                  </a:cubicBezTo>
                  <a:cubicBezTo>
                    <a:pt x="928" y="61"/>
                    <a:pt x="776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5412225" y="1712325"/>
              <a:ext cx="30425" cy="468875"/>
            </a:xfrm>
            <a:custGeom>
              <a:rect b="b" l="l" r="r" t="t"/>
              <a:pathLst>
                <a:path extrusionOk="0" h="18755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  <a:moveTo>
                    <a:pt x="608" y="3526"/>
                  </a:moveTo>
                  <a:cubicBezTo>
                    <a:pt x="274" y="3526"/>
                    <a:pt x="0" y="3800"/>
                    <a:pt x="0" y="4134"/>
                  </a:cubicBezTo>
                  <a:cubicBezTo>
                    <a:pt x="0" y="4438"/>
                    <a:pt x="274" y="4712"/>
                    <a:pt x="608" y="4742"/>
                  </a:cubicBezTo>
                  <a:cubicBezTo>
                    <a:pt x="943" y="4742"/>
                    <a:pt x="1216" y="4469"/>
                    <a:pt x="1216" y="4134"/>
                  </a:cubicBezTo>
                  <a:cubicBezTo>
                    <a:pt x="1216" y="3800"/>
                    <a:pt x="943" y="3526"/>
                    <a:pt x="608" y="3526"/>
                  </a:cubicBezTo>
                  <a:close/>
                  <a:moveTo>
                    <a:pt x="608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64"/>
                    <a:pt x="274" y="8238"/>
                    <a:pt x="608" y="8238"/>
                  </a:cubicBezTo>
                  <a:cubicBezTo>
                    <a:pt x="943" y="8238"/>
                    <a:pt x="1216" y="7964"/>
                    <a:pt x="1216" y="7630"/>
                  </a:cubicBezTo>
                  <a:cubicBezTo>
                    <a:pt x="1216" y="7295"/>
                    <a:pt x="943" y="7022"/>
                    <a:pt x="608" y="7022"/>
                  </a:cubicBezTo>
                  <a:close/>
                  <a:moveTo>
                    <a:pt x="608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33"/>
                    <a:pt x="608" y="11733"/>
                  </a:cubicBezTo>
                  <a:cubicBezTo>
                    <a:pt x="943" y="11733"/>
                    <a:pt x="1216" y="11460"/>
                    <a:pt x="1216" y="11125"/>
                  </a:cubicBezTo>
                  <a:cubicBezTo>
                    <a:pt x="1216" y="10791"/>
                    <a:pt x="943" y="10517"/>
                    <a:pt x="608" y="1051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55"/>
                    <a:pt x="274" y="15229"/>
                    <a:pt x="608" y="15229"/>
                  </a:cubicBezTo>
                  <a:cubicBezTo>
                    <a:pt x="943" y="15229"/>
                    <a:pt x="1216" y="14955"/>
                    <a:pt x="1216" y="14621"/>
                  </a:cubicBezTo>
                  <a:cubicBezTo>
                    <a:pt x="1216" y="14286"/>
                    <a:pt x="943" y="14013"/>
                    <a:pt x="608" y="14013"/>
                  </a:cubicBezTo>
                  <a:close/>
                  <a:moveTo>
                    <a:pt x="608" y="17539"/>
                  </a:moveTo>
                  <a:cubicBezTo>
                    <a:pt x="274" y="17539"/>
                    <a:pt x="0" y="17812"/>
                    <a:pt x="0" y="18147"/>
                  </a:cubicBezTo>
                  <a:cubicBezTo>
                    <a:pt x="0" y="18450"/>
                    <a:pt x="274" y="18724"/>
                    <a:pt x="608" y="18754"/>
                  </a:cubicBezTo>
                  <a:cubicBezTo>
                    <a:pt x="943" y="18754"/>
                    <a:pt x="1216" y="18511"/>
                    <a:pt x="1216" y="18147"/>
                  </a:cubicBezTo>
                  <a:cubicBezTo>
                    <a:pt x="1216" y="17812"/>
                    <a:pt x="943" y="17539"/>
                    <a:pt x="608" y="1753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54122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06" y="1"/>
                  </a:moveTo>
                  <a:cubicBezTo>
                    <a:pt x="567" y="1"/>
                    <a:pt x="527" y="7"/>
                    <a:pt x="487" y="20"/>
                  </a:cubicBezTo>
                  <a:cubicBezTo>
                    <a:pt x="456" y="20"/>
                    <a:pt x="395" y="50"/>
                    <a:pt x="365" y="50"/>
                  </a:cubicBezTo>
                  <a:cubicBezTo>
                    <a:pt x="335" y="50"/>
                    <a:pt x="304" y="50"/>
                    <a:pt x="274" y="81"/>
                  </a:cubicBezTo>
                  <a:cubicBezTo>
                    <a:pt x="274" y="111"/>
                    <a:pt x="213" y="111"/>
                    <a:pt x="183" y="172"/>
                  </a:cubicBezTo>
                  <a:cubicBezTo>
                    <a:pt x="61" y="263"/>
                    <a:pt x="0" y="415"/>
                    <a:pt x="0" y="567"/>
                  </a:cubicBezTo>
                  <a:cubicBezTo>
                    <a:pt x="0" y="719"/>
                    <a:pt x="61" y="871"/>
                    <a:pt x="183" y="993"/>
                  </a:cubicBezTo>
                  <a:cubicBezTo>
                    <a:pt x="304" y="1114"/>
                    <a:pt x="456" y="1175"/>
                    <a:pt x="608" y="1175"/>
                  </a:cubicBezTo>
                  <a:cubicBezTo>
                    <a:pt x="760" y="1175"/>
                    <a:pt x="912" y="1114"/>
                    <a:pt x="1064" y="993"/>
                  </a:cubicBezTo>
                  <a:cubicBezTo>
                    <a:pt x="1095" y="993"/>
                    <a:pt x="1095" y="962"/>
                    <a:pt x="1125" y="932"/>
                  </a:cubicBezTo>
                  <a:cubicBezTo>
                    <a:pt x="1125" y="871"/>
                    <a:pt x="1155" y="841"/>
                    <a:pt x="1155" y="810"/>
                  </a:cubicBezTo>
                  <a:cubicBezTo>
                    <a:pt x="1155" y="780"/>
                    <a:pt x="1216" y="719"/>
                    <a:pt x="1216" y="689"/>
                  </a:cubicBezTo>
                  <a:lnTo>
                    <a:pt x="1216" y="567"/>
                  </a:lnTo>
                  <a:cubicBezTo>
                    <a:pt x="1216" y="415"/>
                    <a:pt x="1125" y="263"/>
                    <a:pt x="1003" y="172"/>
                  </a:cubicBezTo>
                  <a:cubicBezTo>
                    <a:pt x="885" y="77"/>
                    <a:pt x="748" y="1"/>
                    <a:pt x="6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5493525" y="1624925"/>
              <a:ext cx="30425" cy="556275"/>
            </a:xfrm>
            <a:custGeom>
              <a:rect b="b" l="l" r="r" t="t"/>
              <a:pathLst>
                <a:path extrusionOk="0" h="22251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70"/>
                    <a:pt x="1" y="4104"/>
                  </a:cubicBezTo>
                  <a:cubicBezTo>
                    <a:pt x="1" y="4439"/>
                    <a:pt x="274" y="4712"/>
                    <a:pt x="609" y="4712"/>
                  </a:cubicBezTo>
                  <a:cubicBezTo>
                    <a:pt x="943" y="4712"/>
                    <a:pt x="1217" y="4439"/>
                    <a:pt x="1217" y="4104"/>
                  </a:cubicBezTo>
                  <a:cubicBezTo>
                    <a:pt x="1217" y="3770"/>
                    <a:pt x="943" y="3496"/>
                    <a:pt x="609" y="3496"/>
                  </a:cubicBezTo>
                  <a:close/>
                  <a:moveTo>
                    <a:pt x="609" y="7022"/>
                  </a:moveTo>
                  <a:cubicBezTo>
                    <a:pt x="274" y="7022"/>
                    <a:pt x="1" y="7296"/>
                    <a:pt x="1" y="7630"/>
                  </a:cubicBezTo>
                  <a:cubicBezTo>
                    <a:pt x="1" y="7934"/>
                    <a:pt x="274" y="8208"/>
                    <a:pt x="609" y="8238"/>
                  </a:cubicBezTo>
                  <a:cubicBezTo>
                    <a:pt x="943" y="8238"/>
                    <a:pt x="1217" y="7965"/>
                    <a:pt x="1217" y="7630"/>
                  </a:cubicBezTo>
                  <a:cubicBezTo>
                    <a:pt x="1217" y="7296"/>
                    <a:pt x="943" y="7022"/>
                    <a:pt x="609" y="7022"/>
                  </a:cubicBezTo>
                  <a:close/>
                  <a:moveTo>
                    <a:pt x="609" y="10518"/>
                  </a:moveTo>
                  <a:cubicBezTo>
                    <a:pt x="274" y="10518"/>
                    <a:pt x="1" y="10791"/>
                    <a:pt x="1" y="11126"/>
                  </a:cubicBezTo>
                  <a:cubicBezTo>
                    <a:pt x="1" y="11460"/>
                    <a:pt x="274" y="11734"/>
                    <a:pt x="609" y="11734"/>
                  </a:cubicBezTo>
                  <a:cubicBezTo>
                    <a:pt x="943" y="11734"/>
                    <a:pt x="1217" y="11460"/>
                    <a:pt x="1217" y="11126"/>
                  </a:cubicBezTo>
                  <a:cubicBezTo>
                    <a:pt x="1217" y="10791"/>
                    <a:pt x="943" y="10518"/>
                    <a:pt x="609" y="10518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7"/>
                    <a:pt x="1" y="14621"/>
                  </a:cubicBezTo>
                  <a:cubicBezTo>
                    <a:pt x="1" y="14956"/>
                    <a:pt x="274" y="15229"/>
                    <a:pt x="609" y="15229"/>
                  </a:cubicBezTo>
                  <a:cubicBezTo>
                    <a:pt x="943" y="15229"/>
                    <a:pt x="1217" y="14956"/>
                    <a:pt x="1217" y="14621"/>
                  </a:cubicBezTo>
                  <a:cubicBezTo>
                    <a:pt x="1217" y="14287"/>
                    <a:pt x="943" y="14013"/>
                    <a:pt x="609" y="14013"/>
                  </a:cubicBezTo>
                  <a:close/>
                  <a:moveTo>
                    <a:pt x="609" y="17509"/>
                  </a:moveTo>
                  <a:cubicBezTo>
                    <a:pt x="274" y="17509"/>
                    <a:pt x="1" y="17782"/>
                    <a:pt x="1" y="18117"/>
                  </a:cubicBezTo>
                  <a:cubicBezTo>
                    <a:pt x="1" y="18451"/>
                    <a:pt x="274" y="18725"/>
                    <a:pt x="609" y="18725"/>
                  </a:cubicBezTo>
                  <a:cubicBezTo>
                    <a:pt x="943" y="18725"/>
                    <a:pt x="1217" y="18451"/>
                    <a:pt x="1217" y="18117"/>
                  </a:cubicBezTo>
                  <a:cubicBezTo>
                    <a:pt x="1217" y="17782"/>
                    <a:pt x="943" y="17509"/>
                    <a:pt x="609" y="17509"/>
                  </a:cubicBezTo>
                  <a:close/>
                  <a:moveTo>
                    <a:pt x="609" y="21035"/>
                  </a:moveTo>
                  <a:cubicBezTo>
                    <a:pt x="274" y="21035"/>
                    <a:pt x="1" y="21308"/>
                    <a:pt x="1" y="21643"/>
                  </a:cubicBezTo>
                  <a:cubicBezTo>
                    <a:pt x="1" y="21946"/>
                    <a:pt x="274" y="22220"/>
                    <a:pt x="609" y="22250"/>
                  </a:cubicBezTo>
                  <a:cubicBezTo>
                    <a:pt x="943" y="22250"/>
                    <a:pt x="1217" y="22007"/>
                    <a:pt x="1217" y="21643"/>
                  </a:cubicBezTo>
                  <a:cubicBezTo>
                    <a:pt x="1217" y="21308"/>
                    <a:pt x="943" y="21035"/>
                    <a:pt x="609" y="2103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5493525" y="2239200"/>
              <a:ext cx="30425" cy="29375"/>
            </a:xfrm>
            <a:custGeom>
              <a:rect b="b" l="l" r="r" t="t"/>
              <a:pathLst>
                <a:path extrusionOk="0" h="1175" w="1217">
                  <a:moveTo>
                    <a:pt x="623" y="1"/>
                  </a:moveTo>
                  <a:cubicBezTo>
                    <a:pt x="579" y="1"/>
                    <a:pt x="534" y="7"/>
                    <a:pt x="487" y="20"/>
                  </a:cubicBezTo>
                  <a:cubicBezTo>
                    <a:pt x="457" y="20"/>
                    <a:pt x="426" y="50"/>
                    <a:pt x="396" y="50"/>
                  </a:cubicBezTo>
                  <a:cubicBezTo>
                    <a:pt x="365" y="50"/>
                    <a:pt x="305" y="50"/>
                    <a:pt x="274" y="81"/>
                  </a:cubicBezTo>
                  <a:cubicBezTo>
                    <a:pt x="274" y="111"/>
                    <a:pt x="244" y="111"/>
                    <a:pt x="183" y="172"/>
                  </a:cubicBezTo>
                  <a:cubicBezTo>
                    <a:pt x="92" y="263"/>
                    <a:pt x="1" y="415"/>
                    <a:pt x="1" y="567"/>
                  </a:cubicBezTo>
                  <a:cubicBezTo>
                    <a:pt x="1" y="719"/>
                    <a:pt x="92" y="871"/>
                    <a:pt x="183" y="993"/>
                  </a:cubicBezTo>
                  <a:cubicBezTo>
                    <a:pt x="305" y="1114"/>
                    <a:pt x="457" y="1175"/>
                    <a:pt x="609" y="1175"/>
                  </a:cubicBezTo>
                  <a:cubicBezTo>
                    <a:pt x="761" y="1175"/>
                    <a:pt x="913" y="1114"/>
                    <a:pt x="1065" y="993"/>
                  </a:cubicBezTo>
                  <a:cubicBezTo>
                    <a:pt x="1095" y="993"/>
                    <a:pt x="1095" y="962"/>
                    <a:pt x="1156" y="932"/>
                  </a:cubicBezTo>
                  <a:cubicBezTo>
                    <a:pt x="1156" y="871"/>
                    <a:pt x="1186" y="841"/>
                    <a:pt x="1186" y="810"/>
                  </a:cubicBezTo>
                  <a:cubicBezTo>
                    <a:pt x="1217" y="780"/>
                    <a:pt x="1217" y="719"/>
                    <a:pt x="1217" y="689"/>
                  </a:cubicBezTo>
                  <a:lnTo>
                    <a:pt x="1217" y="567"/>
                  </a:lnTo>
                  <a:cubicBezTo>
                    <a:pt x="1217" y="415"/>
                    <a:pt x="1156" y="263"/>
                    <a:pt x="1034" y="172"/>
                  </a:cubicBezTo>
                  <a:cubicBezTo>
                    <a:pt x="915" y="77"/>
                    <a:pt x="778" y="1"/>
                    <a:pt x="6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5576350" y="1537550"/>
              <a:ext cx="30425" cy="643650"/>
            </a:xfrm>
            <a:custGeom>
              <a:rect b="b" l="l" r="r" t="t"/>
              <a:pathLst>
                <a:path extrusionOk="0" h="2574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18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  <a:moveTo>
                    <a:pt x="609" y="3496"/>
                  </a:moveTo>
                  <a:cubicBezTo>
                    <a:pt x="274" y="3496"/>
                    <a:pt x="1" y="3739"/>
                    <a:pt x="1" y="4104"/>
                  </a:cubicBezTo>
                  <a:cubicBezTo>
                    <a:pt x="1" y="4438"/>
                    <a:pt x="274" y="4712"/>
                    <a:pt x="609" y="4712"/>
                  </a:cubicBezTo>
                  <a:cubicBezTo>
                    <a:pt x="943" y="4712"/>
                    <a:pt x="1217" y="4438"/>
                    <a:pt x="1217" y="4104"/>
                  </a:cubicBezTo>
                  <a:cubicBezTo>
                    <a:pt x="1217" y="3769"/>
                    <a:pt x="943" y="3496"/>
                    <a:pt x="609" y="3496"/>
                  </a:cubicBezTo>
                  <a:close/>
                  <a:moveTo>
                    <a:pt x="609" y="6991"/>
                  </a:moveTo>
                  <a:cubicBezTo>
                    <a:pt x="274" y="6991"/>
                    <a:pt x="1" y="7265"/>
                    <a:pt x="1" y="7599"/>
                  </a:cubicBezTo>
                  <a:cubicBezTo>
                    <a:pt x="1" y="7934"/>
                    <a:pt x="274" y="8207"/>
                    <a:pt x="609" y="8207"/>
                  </a:cubicBezTo>
                  <a:cubicBezTo>
                    <a:pt x="943" y="8207"/>
                    <a:pt x="1217" y="7934"/>
                    <a:pt x="1217" y="7599"/>
                  </a:cubicBezTo>
                  <a:cubicBezTo>
                    <a:pt x="1217" y="7265"/>
                    <a:pt x="943" y="6991"/>
                    <a:pt x="609" y="699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91"/>
                    <a:pt x="1" y="11125"/>
                  </a:cubicBezTo>
                  <a:cubicBezTo>
                    <a:pt x="1" y="11429"/>
                    <a:pt x="274" y="11703"/>
                    <a:pt x="609" y="11733"/>
                  </a:cubicBezTo>
                  <a:cubicBezTo>
                    <a:pt x="943" y="11733"/>
                    <a:pt x="1217" y="11460"/>
                    <a:pt x="1217" y="11125"/>
                  </a:cubicBezTo>
                  <a:cubicBezTo>
                    <a:pt x="1217" y="10791"/>
                    <a:pt x="943" y="10517"/>
                    <a:pt x="609" y="10517"/>
                  </a:cubicBezTo>
                  <a:close/>
                  <a:moveTo>
                    <a:pt x="609" y="14013"/>
                  </a:moveTo>
                  <a:cubicBezTo>
                    <a:pt x="274" y="14013"/>
                    <a:pt x="1" y="14286"/>
                    <a:pt x="1" y="14621"/>
                  </a:cubicBezTo>
                  <a:cubicBezTo>
                    <a:pt x="1" y="14955"/>
                    <a:pt x="274" y="15229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74" y="17508"/>
                    <a:pt x="1" y="17782"/>
                    <a:pt x="1" y="18116"/>
                  </a:cubicBezTo>
                  <a:cubicBezTo>
                    <a:pt x="1" y="18451"/>
                    <a:pt x="274" y="1872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74" y="21004"/>
                    <a:pt x="1" y="21277"/>
                    <a:pt x="1" y="21612"/>
                  </a:cubicBezTo>
                  <a:cubicBezTo>
                    <a:pt x="1" y="21946"/>
                    <a:pt x="27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530"/>
                  </a:moveTo>
                  <a:cubicBezTo>
                    <a:pt x="274" y="24530"/>
                    <a:pt x="1" y="24803"/>
                    <a:pt x="1" y="25138"/>
                  </a:cubicBezTo>
                  <a:cubicBezTo>
                    <a:pt x="1" y="25441"/>
                    <a:pt x="274" y="25715"/>
                    <a:pt x="609" y="25745"/>
                  </a:cubicBezTo>
                  <a:cubicBezTo>
                    <a:pt x="943" y="25745"/>
                    <a:pt x="1217" y="25502"/>
                    <a:pt x="1217" y="25138"/>
                  </a:cubicBezTo>
                  <a:cubicBezTo>
                    <a:pt x="1217" y="24803"/>
                    <a:pt x="943" y="24530"/>
                    <a:pt x="609" y="2453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5575600" y="2238925"/>
              <a:ext cx="30425" cy="29650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61"/>
                    <a:pt x="183" y="183"/>
                  </a:cubicBezTo>
                  <a:cubicBezTo>
                    <a:pt x="61" y="274"/>
                    <a:pt x="0" y="426"/>
                    <a:pt x="0" y="578"/>
                  </a:cubicBezTo>
                  <a:cubicBezTo>
                    <a:pt x="0" y="730"/>
                    <a:pt x="61" y="882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83"/>
                  </a:cubicBezTo>
                  <a:cubicBezTo>
                    <a:pt x="912" y="61"/>
                    <a:pt x="760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5658425" y="1450150"/>
              <a:ext cx="30425" cy="731050"/>
            </a:xfrm>
            <a:custGeom>
              <a:rect b="b" l="l" r="r" t="t"/>
              <a:pathLst>
                <a:path extrusionOk="0" h="29242" w="1217">
                  <a:moveTo>
                    <a:pt x="608" y="1"/>
                  </a:moveTo>
                  <a:cubicBezTo>
                    <a:pt x="244" y="1"/>
                    <a:pt x="1" y="274"/>
                    <a:pt x="1" y="609"/>
                  </a:cubicBezTo>
                  <a:cubicBezTo>
                    <a:pt x="1" y="913"/>
                    <a:pt x="244" y="1186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74"/>
                    <a:pt x="943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44" y="3496"/>
                    <a:pt x="1" y="3770"/>
                    <a:pt x="1" y="4104"/>
                  </a:cubicBezTo>
                  <a:cubicBezTo>
                    <a:pt x="1" y="4439"/>
                    <a:pt x="244" y="4682"/>
                    <a:pt x="608" y="4712"/>
                  </a:cubicBezTo>
                  <a:cubicBezTo>
                    <a:pt x="943" y="4712"/>
                    <a:pt x="1216" y="4439"/>
                    <a:pt x="1216" y="4104"/>
                  </a:cubicBezTo>
                  <a:cubicBezTo>
                    <a:pt x="1216" y="3770"/>
                    <a:pt x="943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44" y="6992"/>
                    <a:pt x="1" y="7235"/>
                    <a:pt x="1" y="7600"/>
                  </a:cubicBezTo>
                  <a:cubicBezTo>
                    <a:pt x="1" y="7934"/>
                    <a:pt x="244" y="8208"/>
                    <a:pt x="608" y="8208"/>
                  </a:cubicBezTo>
                  <a:cubicBezTo>
                    <a:pt x="943" y="8208"/>
                    <a:pt x="1216" y="7934"/>
                    <a:pt x="1216" y="7600"/>
                  </a:cubicBezTo>
                  <a:cubicBezTo>
                    <a:pt x="1216" y="7265"/>
                    <a:pt x="943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44" y="10487"/>
                    <a:pt x="1" y="10761"/>
                    <a:pt x="1" y="11095"/>
                  </a:cubicBezTo>
                  <a:cubicBezTo>
                    <a:pt x="1" y="11430"/>
                    <a:pt x="244" y="11703"/>
                    <a:pt x="608" y="11703"/>
                  </a:cubicBezTo>
                  <a:cubicBezTo>
                    <a:pt x="943" y="11703"/>
                    <a:pt x="1216" y="11430"/>
                    <a:pt x="1216" y="11095"/>
                  </a:cubicBezTo>
                  <a:cubicBezTo>
                    <a:pt x="1216" y="10761"/>
                    <a:pt x="943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44" y="14013"/>
                    <a:pt x="1" y="14287"/>
                    <a:pt x="1" y="14621"/>
                  </a:cubicBezTo>
                  <a:cubicBezTo>
                    <a:pt x="1" y="14925"/>
                    <a:pt x="244" y="15199"/>
                    <a:pt x="608" y="15229"/>
                  </a:cubicBezTo>
                  <a:cubicBezTo>
                    <a:pt x="943" y="15229"/>
                    <a:pt x="1216" y="14956"/>
                    <a:pt x="1216" y="14621"/>
                  </a:cubicBezTo>
                  <a:cubicBezTo>
                    <a:pt x="1216" y="14287"/>
                    <a:pt x="943" y="14013"/>
                    <a:pt x="608" y="14013"/>
                  </a:cubicBezTo>
                  <a:close/>
                  <a:moveTo>
                    <a:pt x="608" y="17509"/>
                  </a:moveTo>
                  <a:cubicBezTo>
                    <a:pt x="244" y="17509"/>
                    <a:pt x="1" y="17782"/>
                    <a:pt x="1" y="18117"/>
                  </a:cubicBezTo>
                  <a:cubicBezTo>
                    <a:pt x="1" y="18451"/>
                    <a:pt x="244" y="18725"/>
                    <a:pt x="608" y="18725"/>
                  </a:cubicBezTo>
                  <a:cubicBezTo>
                    <a:pt x="943" y="18725"/>
                    <a:pt x="1216" y="18451"/>
                    <a:pt x="1216" y="18117"/>
                  </a:cubicBezTo>
                  <a:cubicBezTo>
                    <a:pt x="1216" y="17782"/>
                    <a:pt x="943" y="17509"/>
                    <a:pt x="608" y="17509"/>
                  </a:cubicBezTo>
                  <a:close/>
                  <a:moveTo>
                    <a:pt x="608" y="21004"/>
                  </a:moveTo>
                  <a:cubicBezTo>
                    <a:pt x="244" y="21004"/>
                    <a:pt x="1" y="21278"/>
                    <a:pt x="1" y="21612"/>
                  </a:cubicBezTo>
                  <a:cubicBezTo>
                    <a:pt x="1" y="21947"/>
                    <a:pt x="244" y="22220"/>
                    <a:pt x="608" y="22220"/>
                  </a:cubicBezTo>
                  <a:cubicBezTo>
                    <a:pt x="943" y="22220"/>
                    <a:pt x="1216" y="21947"/>
                    <a:pt x="1216" y="21612"/>
                  </a:cubicBezTo>
                  <a:cubicBezTo>
                    <a:pt x="1216" y="21278"/>
                    <a:pt x="943" y="21004"/>
                    <a:pt x="608" y="21004"/>
                  </a:cubicBezTo>
                  <a:close/>
                  <a:moveTo>
                    <a:pt x="608" y="24500"/>
                  </a:moveTo>
                  <a:cubicBezTo>
                    <a:pt x="244" y="24500"/>
                    <a:pt x="1" y="24773"/>
                    <a:pt x="1" y="25108"/>
                  </a:cubicBezTo>
                  <a:cubicBezTo>
                    <a:pt x="1" y="25442"/>
                    <a:pt x="244" y="25716"/>
                    <a:pt x="608" y="25716"/>
                  </a:cubicBezTo>
                  <a:cubicBezTo>
                    <a:pt x="943" y="25716"/>
                    <a:pt x="1216" y="25442"/>
                    <a:pt x="1216" y="25108"/>
                  </a:cubicBezTo>
                  <a:cubicBezTo>
                    <a:pt x="1216" y="24773"/>
                    <a:pt x="943" y="24500"/>
                    <a:pt x="608" y="24500"/>
                  </a:cubicBezTo>
                  <a:close/>
                  <a:moveTo>
                    <a:pt x="608" y="28026"/>
                  </a:moveTo>
                  <a:cubicBezTo>
                    <a:pt x="244" y="28026"/>
                    <a:pt x="1" y="28299"/>
                    <a:pt x="1" y="28634"/>
                  </a:cubicBezTo>
                  <a:cubicBezTo>
                    <a:pt x="1" y="28937"/>
                    <a:pt x="244" y="29211"/>
                    <a:pt x="608" y="29241"/>
                  </a:cubicBezTo>
                  <a:cubicBezTo>
                    <a:pt x="943" y="29241"/>
                    <a:pt x="1216" y="28998"/>
                    <a:pt x="1216" y="28634"/>
                  </a:cubicBezTo>
                  <a:cubicBezTo>
                    <a:pt x="1216" y="28299"/>
                    <a:pt x="943" y="28026"/>
                    <a:pt x="608" y="2802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5656900" y="2238925"/>
              <a:ext cx="28900" cy="29650"/>
            </a:xfrm>
            <a:custGeom>
              <a:rect b="b" l="l" r="r" t="t"/>
              <a:pathLst>
                <a:path extrusionOk="0" h="1186" w="1156">
                  <a:moveTo>
                    <a:pt x="578" y="1"/>
                  </a:moveTo>
                  <a:cubicBezTo>
                    <a:pt x="426" y="1"/>
                    <a:pt x="274" y="61"/>
                    <a:pt x="153" y="183"/>
                  </a:cubicBezTo>
                  <a:cubicBezTo>
                    <a:pt x="122" y="183"/>
                    <a:pt x="122" y="213"/>
                    <a:pt x="92" y="244"/>
                  </a:cubicBezTo>
                  <a:cubicBezTo>
                    <a:pt x="92" y="274"/>
                    <a:pt x="62" y="335"/>
                    <a:pt x="62" y="365"/>
                  </a:cubicBezTo>
                  <a:cubicBezTo>
                    <a:pt x="62" y="396"/>
                    <a:pt x="1" y="426"/>
                    <a:pt x="1" y="487"/>
                  </a:cubicBezTo>
                  <a:lnTo>
                    <a:pt x="1" y="578"/>
                  </a:lnTo>
                  <a:cubicBezTo>
                    <a:pt x="1" y="730"/>
                    <a:pt x="92" y="882"/>
                    <a:pt x="214" y="1004"/>
                  </a:cubicBezTo>
                  <a:cubicBezTo>
                    <a:pt x="305" y="1125"/>
                    <a:pt x="457" y="1186"/>
                    <a:pt x="609" y="1186"/>
                  </a:cubicBezTo>
                  <a:cubicBezTo>
                    <a:pt x="669" y="1186"/>
                    <a:pt x="700" y="1156"/>
                    <a:pt x="669" y="1156"/>
                  </a:cubicBezTo>
                  <a:cubicBezTo>
                    <a:pt x="700" y="1156"/>
                    <a:pt x="730" y="1125"/>
                    <a:pt x="761" y="1125"/>
                  </a:cubicBezTo>
                  <a:cubicBezTo>
                    <a:pt x="821" y="1125"/>
                    <a:pt x="852" y="1125"/>
                    <a:pt x="882" y="1095"/>
                  </a:cubicBezTo>
                  <a:cubicBezTo>
                    <a:pt x="882" y="1034"/>
                    <a:pt x="913" y="1034"/>
                    <a:pt x="973" y="1004"/>
                  </a:cubicBezTo>
                  <a:cubicBezTo>
                    <a:pt x="1065" y="882"/>
                    <a:pt x="1156" y="730"/>
                    <a:pt x="1156" y="578"/>
                  </a:cubicBezTo>
                  <a:lnTo>
                    <a:pt x="1156" y="487"/>
                  </a:lnTo>
                  <a:cubicBezTo>
                    <a:pt x="1156" y="426"/>
                    <a:pt x="1125" y="396"/>
                    <a:pt x="1125" y="365"/>
                  </a:cubicBezTo>
                  <a:cubicBezTo>
                    <a:pt x="1125" y="304"/>
                    <a:pt x="1125" y="274"/>
                    <a:pt x="1065" y="244"/>
                  </a:cubicBezTo>
                  <a:lnTo>
                    <a:pt x="1004" y="183"/>
                  </a:lnTo>
                  <a:cubicBezTo>
                    <a:pt x="882" y="61"/>
                    <a:pt x="730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7"/>
            <p:cNvSpPr/>
            <p:nvPr/>
          </p:nvSpPr>
          <p:spPr>
            <a:xfrm>
              <a:off x="5739725" y="1362025"/>
              <a:ext cx="30425" cy="819175"/>
            </a:xfrm>
            <a:custGeom>
              <a:rect b="b" l="l" r="r" t="t"/>
              <a:pathLst>
                <a:path extrusionOk="0" h="32767" w="1217">
                  <a:moveTo>
                    <a:pt x="609" y="0"/>
                  </a:moveTo>
                  <a:cubicBezTo>
                    <a:pt x="274" y="0"/>
                    <a:pt x="1" y="243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43"/>
                    <a:pt x="943" y="0"/>
                    <a:pt x="609" y="0"/>
                  </a:cubicBezTo>
                  <a:close/>
                  <a:moveTo>
                    <a:pt x="609" y="3526"/>
                  </a:moveTo>
                  <a:cubicBezTo>
                    <a:pt x="274" y="3526"/>
                    <a:pt x="1" y="3799"/>
                    <a:pt x="1" y="4134"/>
                  </a:cubicBezTo>
                  <a:cubicBezTo>
                    <a:pt x="1" y="4438"/>
                    <a:pt x="274" y="4711"/>
                    <a:pt x="609" y="4742"/>
                  </a:cubicBezTo>
                  <a:cubicBezTo>
                    <a:pt x="943" y="4742"/>
                    <a:pt x="1217" y="4468"/>
                    <a:pt x="1217" y="4134"/>
                  </a:cubicBezTo>
                  <a:cubicBezTo>
                    <a:pt x="1217" y="3799"/>
                    <a:pt x="943" y="3526"/>
                    <a:pt x="609" y="3526"/>
                  </a:cubicBezTo>
                  <a:close/>
                  <a:moveTo>
                    <a:pt x="609" y="7021"/>
                  </a:moveTo>
                  <a:cubicBezTo>
                    <a:pt x="274" y="7021"/>
                    <a:pt x="1" y="7295"/>
                    <a:pt x="1" y="7629"/>
                  </a:cubicBezTo>
                  <a:cubicBezTo>
                    <a:pt x="1" y="7964"/>
                    <a:pt x="274" y="8207"/>
                    <a:pt x="609" y="8237"/>
                  </a:cubicBezTo>
                  <a:cubicBezTo>
                    <a:pt x="943" y="8237"/>
                    <a:pt x="1217" y="7964"/>
                    <a:pt x="1217" y="7629"/>
                  </a:cubicBezTo>
                  <a:cubicBezTo>
                    <a:pt x="1217" y="7295"/>
                    <a:pt x="943" y="7021"/>
                    <a:pt x="609" y="7021"/>
                  </a:cubicBezTo>
                  <a:close/>
                  <a:moveTo>
                    <a:pt x="609" y="10517"/>
                  </a:moveTo>
                  <a:cubicBezTo>
                    <a:pt x="274" y="10517"/>
                    <a:pt x="1" y="10760"/>
                    <a:pt x="1" y="11125"/>
                  </a:cubicBezTo>
                  <a:cubicBezTo>
                    <a:pt x="1" y="11459"/>
                    <a:pt x="274" y="11733"/>
                    <a:pt x="609" y="11733"/>
                  </a:cubicBezTo>
                  <a:cubicBezTo>
                    <a:pt x="943" y="11733"/>
                    <a:pt x="1217" y="11459"/>
                    <a:pt x="1217" y="11125"/>
                  </a:cubicBezTo>
                  <a:cubicBezTo>
                    <a:pt x="1217" y="10790"/>
                    <a:pt x="943" y="10517"/>
                    <a:pt x="609" y="10517"/>
                  </a:cubicBezTo>
                  <a:close/>
                  <a:moveTo>
                    <a:pt x="609" y="14012"/>
                  </a:moveTo>
                  <a:cubicBezTo>
                    <a:pt x="274" y="14012"/>
                    <a:pt x="1" y="14286"/>
                    <a:pt x="1" y="14620"/>
                  </a:cubicBezTo>
                  <a:cubicBezTo>
                    <a:pt x="1" y="14955"/>
                    <a:pt x="274" y="15228"/>
                    <a:pt x="609" y="15228"/>
                  </a:cubicBezTo>
                  <a:cubicBezTo>
                    <a:pt x="943" y="15228"/>
                    <a:pt x="1217" y="14955"/>
                    <a:pt x="1217" y="14620"/>
                  </a:cubicBezTo>
                  <a:cubicBezTo>
                    <a:pt x="1217" y="14286"/>
                    <a:pt x="943" y="14012"/>
                    <a:pt x="609" y="14012"/>
                  </a:cubicBezTo>
                  <a:close/>
                  <a:moveTo>
                    <a:pt x="609" y="17538"/>
                  </a:moveTo>
                  <a:cubicBezTo>
                    <a:pt x="274" y="17538"/>
                    <a:pt x="1" y="17812"/>
                    <a:pt x="1" y="18146"/>
                  </a:cubicBezTo>
                  <a:cubicBezTo>
                    <a:pt x="1" y="18450"/>
                    <a:pt x="274" y="18724"/>
                    <a:pt x="609" y="18754"/>
                  </a:cubicBezTo>
                  <a:cubicBezTo>
                    <a:pt x="943" y="18754"/>
                    <a:pt x="1217" y="18481"/>
                    <a:pt x="1217" y="18146"/>
                  </a:cubicBezTo>
                  <a:cubicBezTo>
                    <a:pt x="1217" y="17812"/>
                    <a:pt x="943" y="17538"/>
                    <a:pt x="609" y="17538"/>
                  </a:cubicBezTo>
                  <a:close/>
                  <a:moveTo>
                    <a:pt x="609" y="21034"/>
                  </a:moveTo>
                  <a:cubicBezTo>
                    <a:pt x="274" y="21034"/>
                    <a:pt x="1" y="21307"/>
                    <a:pt x="1" y="21642"/>
                  </a:cubicBezTo>
                  <a:cubicBezTo>
                    <a:pt x="1" y="21976"/>
                    <a:pt x="274" y="22250"/>
                    <a:pt x="609" y="22250"/>
                  </a:cubicBezTo>
                  <a:cubicBezTo>
                    <a:pt x="943" y="22250"/>
                    <a:pt x="1217" y="21976"/>
                    <a:pt x="1217" y="21642"/>
                  </a:cubicBezTo>
                  <a:cubicBezTo>
                    <a:pt x="1217" y="21307"/>
                    <a:pt x="943" y="21034"/>
                    <a:pt x="609" y="21034"/>
                  </a:cubicBezTo>
                  <a:close/>
                  <a:moveTo>
                    <a:pt x="609" y="24529"/>
                  </a:moveTo>
                  <a:cubicBezTo>
                    <a:pt x="274" y="24529"/>
                    <a:pt x="1" y="24803"/>
                    <a:pt x="1" y="25137"/>
                  </a:cubicBezTo>
                  <a:cubicBezTo>
                    <a:pt x="1" y="25472"/>
                    <a:pt x="274" y="25745"/>
                    <a:pt x="609" y="25745"/>
                  </a:cubicBezTo>
                  <a:cubicBezTo>
                    <a:pt x="943" y="25745"/>
                    <a:pt x="1217" y="25472"/>
                    <a:pt x="1217" y="25137"/>
                  </a:cubicBezTo>
                  <a:cubicBezTo>
                    <a:pt x="1217" y="24803"/>
                    <a:pt x="943" y="24529"/>
                    <a:pt x="609" y="24529"/>
                  </a:cubicBezTo>
                  <a:close/>
                  <a:moveTo>
                    <a:pt x="609" y="28025"/>
                  </a:moveTo>
                  <a:cubicBezTo>
                    <a:pt x="274" y="28025"/>
                    <a:pt x="1" y="28298"/>
                    <a:pt x="1" y="28633"/>
                  </a:cubicBezTo>
                  <a:cubicBezTo>
                    <a:pt x="1" y="28967"/>
                    <a:pt x="274" y="29241"/>
                    <a:pt x="609" y="29241"/>
                  </a:cubicBezTo>
                  <a:cubicBezTo>
                    <a:pt x="943" y="29241"/>
                    <a:pt x="1217" y="28967"/>
                    <a:pt x="1217" y="28633"/>
                  </a:cubicBezTo>
                  <a:cubicBezTo>
                    <a:pt x="1217" y="28298"/>
                    <a:pt x="943" y="28025"/>
                    <a:pt x="609" y="28025"/>
                  </a:cubicBezTo>
                  <a:close/>
                  <a:moveTo>
                    <a:pt x="609" y="31551"/>
                  </a:moveTo>
                  <a:cubicBezTo>
                    <a:pt x="274" y="31551"/>
                    <a:pt x="1" y="31824"/>
                    <a:pt x="1" y="32159"/>
                  </a:cubicBezTo>
                  <a:cubicBezTo>
                    <a:pt x="1" y="32462"/>
                    <a:pt x="274" y="32736"/>
                    <a:pt x="609" y="32766"/>
                  </a:cubicBezTo>
                  <a:cubicBezTo>
                    <a:pt x="943" y="32766"/>
                    <a:pt x="1217" y="32523"/>
                    <a:pt x="1217" y="32159"/>
                  </a:cubicBezTo>
                  <a:cubicBezTo>
                    <a:pt x="1217" y="31824"/>
                    <a:pt x="943" y="31551"/>
                    <a:pt x="609" y="3155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5738975" y="2239100"/>
              <a:ext cx="29650" cy="29475"/>
            </a:xfrm>
            <a:custGeom>
              <a:rect b="b" l="l" r="r" t="t"/>
              <a:pathLst>
                <a:path extrusionOk="0" h="1179" w="1186">
                  <a:moveTo>
                    <a:pt x="571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61" y="267"/>
                    <a:pt x="0" y="419"/>
                    <a:pt x="0" y="571"/>
                  </a:cubicBezTo>
                  <a:cubicBezTo>
                    <a:pt x="0" y="723"/>
                    <a:pt x="61" y="875"/>
                    <a:pt x="183" y="997"/>
                  </a:cubicBezTo>
                  <a:cubicBezTo>
                    <a:pt x="304" y="1118"/>
                    <a:pt x="456" y="1179"/>
                    <a:pt x="608" y="1179"/>
                  </a:cubicBezTo>
                  <a:cubicBezTo>
                    <a:pt x="669" y="1179"/>
                    <a:pt x="760" y="1149"/>
                    <a:pt x="791" y="1118"/>
                  </a:cubicBezTo>
                  <a:cubicBezTo>
                    <a:pt x="882" y="1118"/>
                    <a:pt x="943" y="1027"/>
                    <a:pt x="973" y="997"/>
                  </a:cubicBezTo>
                  <a:cubicBezTo>
                    <a:pt x="1095" y="875"/>
                    <a:pt x="1186" y="723"/>
                    <a:pt x="1186" y="571"/>
                  </a:cubicBezTo>
                  <a:lnTo>
                    <a:pt x="1186" y="480"/>
                  </a:lnTo>
                  <a:cubicBezTo>
                    <a:pt x="1186" y="419"/>
                    <a:pt x="1125" y="389"/>
                    <a:pt x="1125" y="358"/>
                  </a:cubicBezTo>
                  <a:cubicBezTo>
                    <a:pt x="1125" y="297"/>
                    <a:pt x="1125" y="267"/>
                    <a:pt x="1095" y="237"/>
                  </a:cubicBezTo>
                  <a:lnTo>
                    <a:pt x="1004" y="176"/>
                  </a:lnTo>
                  <a:cubicBezTo>
                    <a:pt x="1004" y="115"/>
                    <a:pt x="973" y="115"/>
                    <a:pt x="943" y="85"/>
                  </a:cubicBezTo>
                  <a:cubicBezTo>
                    <a:pt x="912" y="85"/>
                    <a:pt x="882" y="54"/>
                    <a:pt x="821" y="54"/>
                  </a:cubicBezTo>
                  <a:cubicBezTo>
                    <a:pt x="791" y="54"/>
                    <a:pt x="760" y="24"/>
                    <a:pt x="730" y="24"/>
                  </a:cubicBezTo>
                  <a:cubicBezTo>
                    <a:pt x="675" y="8"/>
                    <a:pt x="622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5821050" y="1274625"/>
              <a:ext cx="31175" cy="906575"/>
            </a:xfrm>
            <a:custGeom>
              <a:rect b="b" l="l" r="r" t="t"/>
              <a:pathLst>
                <a:path extrusionOk="0" h="36263" w="1247">
                  <a:moveTo>
                    <a:pt x="639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943"/>
                    <a:pt x="274" y="1216"/>
                    <a:pt x="639" y="1216"/>
                  </a:cubicBezTo>
                  <a:cubicBezTo>
                    <a:pt x="973" y="1216"/>
                    <a:pt x="1246" y="943"/>
                    <a:pt x="1246" y="608"/>
                  </a:cubicBezTo>
                  <a:cubicBezTo>
                    <a:pt x="1246" y="244"/>
                    <a:pt x="973" y="1"/>
                    <a:pt x="639" y="1"/>
                  </a:cubicBezTo>
                  <a:close/>
                  <a:moveTo>
                    <a:pt x="639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712"/>
                    <a:pt x="639" y="4712"/>
                  </a:cubicBezTo>
                  <a:cubicBezTo>
                    <a:pt x="973" y="4712"/>
                    <a:pt x="1246" y="4438"/>
                    <a:pt x="1246" y="4104"/>
                  </a:cubicBezTo>
                  <a:cubicBezTo>
                    <a:pt x="1246" y="3739"/>
                    <a:pt x="973" y="3496"/>
                    <a:pt x="639" y="3496"/>
                  </a:cubicBezTo>
                  <a:close/>
                  <a:moveTo>
                    <a:pt x="639" y="7022"/>
                  </a:moveTo>
                  <a:cubicBezTo>
                    <a:pt x="274" y="7022"/>
                    <a:pt x="0" y="7295"/>
                    <a:pt x="0" y="7630"/>
                  </a:cubicBezTo>
                  <a:cubicBezTo>
                    <a:pt x="0" y="7934"/>
                    <a:pt x="274" y="8207"/>
                    <a:pt x="639" y="8238"/>
                  </a:cubicBezTo>
                  <a:cubicBezTo>
                    <a:pt x="973" y="8238"/>
                    <a:pt x="1246" y="7964"/>
                    <a:pt x="1246" y="7630"/>
                  </a:cubicBezTo>
                  <a:cubicBezTo>
                    <a:pt x="1246" y="7295"/>
                    <a:pt x="973" y="7022"/>
                    <a:pt x="639" y="7022"/>
                  </a:cubicBezTo>
                  <a:close/>
                  <a:moveTo>
                    <a:pt x="639" y="10517"/>
                  </a:moveTo>
                  <a:cubicBezTo>
                    <a:pt x="274" y="10517"/>
                    <a:pt x="0" y="10791"/>
                    <a:pt x="0" y="11125"/>
                  </a:cubicBezTo>
                  <a:cubicBezTo>
                    <a:pt x="0" y="11460"/>
                    <a:pt x="274" y="11703"/>
                    <a:pt x="639" y="11733"/>
                  </a:cubicBezTo>
                  <a:cubicBezTo>
                    <a:pt x="973" y="11733"/>
                    <a:pt x="1246" y="11460"/>
                    <a:pt x="1246" y="11125"/>
                  </a:cubicBezTo>
                  <a:cubicBezTo>
                    <a:pt x="1246" y="10791"/>
                    <a:pt x="973" y="10517"/>
                    <a:pt x="639" y="10517"/>
                  </a:cubicBezTo>
                  <a:close/>
                  <a:moveTo>
                    <a:pt x="639" y="14013"/>
                  </a:moveTo>
                  <a:cubicBezTo>
                    <a:pt x="274" y="14013"/>
                    <a:pt x="0" y="14256"/>
                    <a:pt x="0" y="14621"/>
                  </a:cubicBezTo>
                  <a:cubicBezTo>
                    <a:pt x="0" y="14955"/>
                    <a:pt x="274" y="15229"/>
                    <a:pt x="639" y="15229"/>
                  </a:cubicBezTo>
                  <a:cubicBezTo>
                    <a:pt x="973" y="15229"/>
                    <a:pt x="1246" y="14955"/>
                    <a:pt x="1246" y="14621"/>
                  </a:cubicBezTo>
                  <a:cubicBezTo>
                    <a:pt x="1246" y="14286"/>
                    <a:pt x="973" y="14013"/>
                    <a:pt x="639" y="14013"/>
                  </a:cubicBezTo>
                  <a:close/>
                  <a:moveTo>
                    <a:pt x="639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724"/>
                    <a:pt x="639" y="18724"/>
                  </a:cubicBezTo>
                  <a:cubicBezTo>
                    <a:pt x="973" y="18724"/>
                    <a:pt x="1246" y="18451"/>
                    <a:pt x="1246" y="18116"/>
                  </a:cubicBezTo>
                  <a:cubicBezTo>
                    <a:pt x="1246" y="17782"/>
                    <a:pt x="973" y="17508"/>
                    <a:pt x="639" y="17508"/>
                  </a:cubicBezTo>
                  <a:close/>
                  <a:moveTo>
                    <a:pt x="639" y="21034"/>
                  </a:moveTo>
                  <a:cubicBezTo>
                    <a:pt x="274" y="21034"/>
                    <a:pt x="0" y="21308"/>
                    <a:pt x="0" y="21642"/>
                  </a:cubicBezTo>
                  <a:cubicBezTo>
                    <a:pt x="0" y="21946"/>
                    <a:pt x="274" y="22220"/>
                    <a:pt x="639" y="22250"/>
                  </a:cubicBezTo>
                  <a:cubicBezTo>
                    <a:pt x="973" y="22250"/>
                    <a:pt x="1246" y="21977"/>
                    <a:pt x="1246" y="21642"/>
                  </a:cubicBezTo>
                  <a:cubicBezTo>
                    <a:pt x="1246" y="21308"/>
                    <a:pt x="973" y="21034"/>
                    <a:pt x="639" y="21034"/>
                  </a:cubicBezTo>
                  <a:close/>
                  <a:moveTo>
                    <a:pt x="639" y="24530"/>
                  </a:moveTo>
                  <a:cubicBezTo>
                    <a:pt x="274" y="24530"/>
                    <a:pt x="0" y="24803"/>
                    <a:pt x="0" y="25138"/>
                  </a:cubicBezTo>
                  <a:cubicBezTo>
                    <a:pt x="0" y="25472"/>
                    <a:pt x="274" y="25746"/>
                    <a:pt x="639" y="25746"/>
                  </a:cubicBezTo>
                  <a:cubicBezTo>
                    <a:pt x="973" y="25746"/>
                    <a:pt x="1246" y="25472"/>
                    <a:pt x="1246" y="25138"/>
                  </a:cubicBezTo>
                  <a:cubicBezTo>
                    <a:pt x="1246" y="24803"/>
                    <a:pt x="973" y="24530"/>
                    <a:pt x="639" y="24530"/>
                  </a:cubicBezTo>
                  <a:close/>
                  <a:moveTo>
                    <a:pt x="639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68"/>
                    <a:pt x="274" y="29241"/>
                    <a:pt x="639" y="29241"/>
                  </a:cubicBezTo>
                  <a:cubicBezTo>
                    <a:pt x="973" y="29241"/>
                    <a:pt x="1246" y="28968"/>
                    <a:pt x="1246" y="28633"/>
                  </a:cubicBezTo>
                  <a:cubicBezTo>
                    <a:pt x="1246" y="28299"/>
                    <a:pt x="973" y="28025"/>
                    <a:pt x="639" y="28025"/>
                  </a:cubicBezTo>
                  <a:close/>
                  <a:moveTo>
                    <a:pt x="639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39" y="32737"/>
                  </a:cubicBezTo>
                  <a:cubicBezTo>
                    <a:pt x="973" y="32737"/>
                    <a:pt x="1246" y="32463"/>
                    <a:pt x="1246" y="32129"/>
                  </a:cubicBezTo>
                  <a:cubicBezTo>
                    <a:pt x="1246" y="31794"/>
                    <a:pt x="973" y="31521"/>
                    <a:pt x="639" y="31521"/>
                  </a:cubicBezTo>
                  <a:close/>
                  <a:moveTo>
                    <a:pt x="639" y="35047"/>
                  </a:moveTo>
                  <a:cubicBezTo>
                    <a:pt x="274" y="35047"/>
                    <a:pt x="0" y="35320"/>
                    <a:pt x="0" y="35655"/>
                  </a:cubicBezTo>
                  <a:cubicBezTo>
                    <a:pt x="0" y="35958"/>
                    <a:pt x="274" y="36232"/>
                    <a:pt x="639" y="36262"/>
                  </a:cubicBezTo>
                  <a:cubicBezTo>
                    <a:pt x="973" y="36262"/>
                    <a:pt x="1246" y="36019"/>
                    <a:pt x="1246" y="35655"/>
                  </a:cubicBezTo>
                  <a:cubicBezTo>
                    <a:pt x="1246" y="35320"/>
                    <a:pt x="973" y="35047"/>
                    <a:pt x="639" y="3504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582105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65" y="31"/>
                  </a:cubicBezTo>
                  <a:cubicBezTo>
                    <a:pt x="335" y="31"/>
                    <a:pt x="274" y="31"/>
                    <a:pt x="243" y="62"/>
                  </a:cubicBezTo>
                  <a:cubicBezTo>
                    <a:pt x="243" y="92"/>
                    <a:pt x="213" y="92"/>
                    <a:pt x="152" y="122"/>
                  </a:cubicBezTo>
                  <a:cubicBezTo>
                    <a:pt x="122" y="122"/>
                    <a:pt x="122" y="183"/>
                    <a:pt x="91" y="214"/>
                  </a:cubicBezTo>
                  <a:cubicBezTo>
                    <a:pt x="91" y="244"/>
                    <a:pt x="61" y="274"/>
                    <a:pt x="61" y="335"/>
                  </a:cubicBezTo>
                  <a:cubicBezTo>
                    <a:pt x="61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61" y="761"/>
                    <a:pt x="61" y="791"/>
                  </a:cubicBezTo>
                  <a:cubicBezTo>
                    <a:pt x="61" y="822"/>
                    <a:pt x="61" y="852"/>
                    <a:pt x="9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99" y="1156"/>
                    <a:pt x="760" y="1126"/>
                    <a:pt x="821" y="1095"/>
                  </a:cubicBezTo>
                  <a:cubicBezTo>
                    <a:pt x="882" y="1095"/>
                    <a:pt x="973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125" y="822"/>
                    <a:pt x="1125" y="791"/>
                  </a:cubicBezTo>
                  <a:cubicBezTo>
                    <a:pt x="1125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26"/>
                  </a:lnTo>
                  <a:cubicBezTo>
                    <a:pt x="1155" y="396"/>
                    <a:pt x="1125" y="366"/>
                    <a:pt x="1125" y="335"/>
                  </a:cubicBezTo>
                  <a:cubicBezTo>
                    <a:pt x="1125" y="274"/>
                    <a:pt x="1125" y="244"/>
                    <a:pt x="1064" y="214"/>
                  </a:cubicBezTo>
                  <a:lnTo>
                    <a:pt x="1003" y="122"/>
                  </a:lnTo>
                  <a:cubicBezTo>
                    <a:pt x="1003" y="92"/>
                    <a:pt x="973" y="92"/>
                    <a:pt x="912" y="62"/>
                  </a:cubicBezTo>
                  <a:cubicBezTo>
                    <a:pt x="882" y="62"/>
                    <a:pt x="851" y="31"/>
                    <a:pt x="821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5903100" y="1187250"/>
              <a:ext cx="29675" cy="993950"/>
            </a:xfrm>
            <a:custGeom>
              <a:rect b="b" l="l" r="r" t="t"/>
              <a:pathLst>
                <a:path extrusionOk="0" h="39758" w="1187">
                  <a:moveTo>
                    <a:pt x="578" y="0"/>
                  </a:moveTo>
                  <a:cubicBezTo>
                    <a:pt x="275" y="0"/>
                    <a:pt x="1" y="243"/>
                    <a:pt x="1" y="608"/>
                  </a:cubicBezTo>
                  <a:cubicBezTo>
                    <a:pt x="1" y="942"/>
                    <a:pt x="275" y="1155"/>
                    <a:pt x="578" y="1185"/>
                  </a:cubicBezTo>
                  <a:cubicBezTo>
                    <a:pt x="913" y="1185"/>
                    <a:pt x="1186" y="942"/>
                    <a:pt x="1186" y="608"/>
                  </a:cubicBezTo>
                  <a:cubicBezTo>
                    <a:pt x="1186" y="243"/>
                    <a:pt x="913" y="0"/>
                    <a:pt x="578" y="0"/>
                  </a:cubicBezTo>
                  <a:close/>
                  <a:moveTo>
                    <a:pt x="578" y="3496"/>
                  </a:moveTo>
                  <a:cubicBezTo>
                    <a:pt x="275" y="3496"/>
                    <a:pt x="1" y="3739"/>
                    <a:pt x="1" y="4103"/>
                  </a:cubicBezTo>
                  <a:cubicBezTo>
                    <a:pt x="1" y="4438"/>
                    <a:pt x="275" y="4711"/>
                    <a:pt x="578" y="4711"/>
                  </a:cubicBezTo>
                  <a:cubicBezTo>
                    <a:pt x="913" y="4711"/>
                    <a:pt x="1186" y="4438"/>
                    <a:pt x="1186" y="4103"/>
                  </a:cubicBezTo>
                  <a:cubicBezTo>
                    <a:pt x="1186" y="3739"/>
                    <a:pt x="913" y="3496"/>
                    <a:pt x="578" y="3496"/>
                  </a:cubicBezTo>
                  <a:close/>
                  <a:moveTo>
                    <a:pt x="578" y="6991"/>
                  </a:moveTo>
                  <a:cubicBezTo>
                    <a:pt x="275" y="6991"/>
                    <a:pt x="1" y="7234"/>
                    <a:pt x="1" y="7599"/>
                  </a:cubicBezTo>
                  <a:cubicBezTo>
                    <a:pt x="1" y="7933"/>
                    <a:pt x="275" y="8207"/>
                    <a:pt x="578" y="8207"/>
                  </a:cubicBezTo>
                  <a:cubicBezTo>
                    <a:pt x="913" y="8207"/>
                    <a:pt x="1186" y="7933"/>
                    <a:pt x="1186" y="7599"/>
                  </a:cubicBezTo>
                  <a:cubicBezTo>
                    <a:pt x="1186" y="7234"/>
                    <a:pt x="913" y="6991"/>
                    <a:pt x="578" y="6991"/>
                  </a:cubicBezTo>
                  <a:close/>
                  <a:moveTo>
                    <a:pt x="578" y="10517"/>
                  </a:moveTo>
                  <a:cubicBezTo>
                    <a:pt x="275" y="10517"/>
                    <a:pt x="1" y="10790"/>
                    <a:pt x="1" y="11125"/>
                  </a:cubicBezTo>
                  <a:cubicBezTo>
                    <a:pt x="1" y="11429"/>
                    <a:pt x="275" y="11702"/>
                    <a:pt x="578" y="11733"/>
                  </a:cubicBezTo>
                  <a:cubicBezTo>
                    <a:pt x="913" y="11733"/>
                    <a:pt x="1186" y="11459"/>
                    <a:pt x="1186" y="11125"/>
                  </a:cubicBezTo>
                  <a:cubicBezTo>
                    <a:pt x="1186" y="10790"/>
                    <a:pt x="913" y="10517"/>
                    <a:pt x="578" y="10517"/>
                  </a:cubicBezTo>
                  <a:close/>
                  <a:moveTo>
                    <a:pt x="578" y="14012"/>
                  </a:moveTo>
                  <a:cubicBezTo>
                    <a:pt x="275" y="14012"/>
                    <a:pt x="1" y="14286"/>
                    <a:pt x="1" y="14620"/>
                  </a:cubicBezTo>
                  <a:cubicBezTo>
                    <a:pt x="1" y="14955"/>
                    <a:pt x="275" y="15198"/>
                    <a:pt x="578" y="15228"/>
                  </a:cubicBezTo>
                  <a:cubicBezTo>
                    <a:pt x="913" y="15228"/>
                    <a:pt x="1186" y="14955"/>
                    <a:pt x="1186" y="14620"/>
                  </a:cubicBezTo>
                  <a:cubicBezTo>
                    <a:pt x="1186" y="14286"/>
                    <a:pt x="913" y="14012"/>
                    <a:pt x="578" y="14012"/>
                  </a:cubicBezTo>
                  <a:close/>
                  <a:moveTo>
                    <a:pt x="578" y="17508"/>
                  </a:moveTo>
                  <a:cubicBezTo>
                    <a:pt x="275" y="17508"/>
                    <a:pt x="1" y="17751"/>
                    <a:pt x="1" y="18116"/>
                  </a:cubicBezTo>
                  <a:cubicBezTo>
                    <a:pt x="1" y="18450"/>
                    <a:pt x="275" y="18724"/>
                    <a:pt x="578" y="18724"/>
                  </a:cubicBezTo>
                  <a:cubicBezTo>
                    <a:pt x="913" y="18724"/>
                    <a:pt x="1186" y="18450"/>
                    <a:pt x="1186" y="18116"/>
                  </a:cubicBezTo>
                  <a:cubicBezTo>
                    <a:pt x="1186" y="17781"/>
                    <a:pt x="913" y="17508"/>
                    <a:pt x="578" y="17508"/>
                  </a:cubicBezTo>
                  <a:close/>
                  <a:moveTo>
                    <a:pt x="578" y="21003"/>
                  </a:moveTo>
                  <a:cubicBezTo>
                    <a:pt x="275" y="21003"/>
                    <a:pt x="1" y="21277"/>
                    <a:pt x="1" y="21611"/>
                  </a:cubicBezTo>
                  <a:cubicBezTo>
                    <a:pt x="1" y="21946"/>
                    <a:pt x="275" y="22219"/>
                    <a:pt x="578" y="22219"/>
                  </a:cubicBezTo>
                  <a:cubicBezTo>
                    <a:pt x="913" y="22219"/>
                    <a:pt x="1186" y="21946"/>
                    <a:pt x="1186" y="21611"/>
                  </a:cubicBezTo>
                  <a:cubicBezTo>
                    <a:pt x="1186" y="21277"/>
                    <a:pt x="913" y="21003"/>
                    <a:pt x="578" y="21003"/>
                  </a:cubicBezTo>
                  <a:close/>
                  <a:moveTo>
                    <a:pt x="578" y="24529"/>
                  </a:moveTo>
                  <a:cubicBezTo>
                    <a:pt x="275" y="24529"/>
                    <a:pt x="1" y="24803"/>
                    <a:pt x="1" y="25137"/>
                  </a:cubicBezTo>
                  <a:cubicBezTo>
                    <a:pt x="1" y="25441"/>
                    <a:pt x="275" y="25715"/>
                    <a:pt x="578" y="25745"/>
                  </a:cubicBezTo>
                  <a:cubicBezTo>
                    <a:pt x="913" y="25745"/>
                    <a:pt x="1186" y="25472"/>
                    <a:pt x="1186" y="25137"/>
                  </a:cubicBezTo>
                  <a:cubicBezTo>
                    <a:pt x="1186" y="24803"/>
                    <a:pt x="913" y="24529"/>
                    <a:pt x="578" y="24529"/>
                  </a:cubicBezTo>
                  <a:close/>
                  <a:moveTo>
                    <a:pt x="578" y="28025"/>
                  </a:moveTo>
                  <a:cubicBezTo>
                    <a:pt x="275" y="28025"/>
                    <a:pt x="1" y="28298"/>
                    <a:pt x="1" y="28633"/>
                  </a:cubicBezTo>
                  <a:cubicBezTo>
                    <a:pt x="1" y="28967"/>
                    <a:pt x="275" y="29241"/>
                    <a:pt x="578" y="29241"/>
                  </a:cubicBezTo>
                  <a:cubicBezTo>
                    <a:pt x="913" y="29241"/>
                    <a:pt x="1186" y="28967"/>
                    <a:pt x="1186" y="28633"/>
                  </a:cubicBezTo>
                  <a:cubicBezTo>
                    <a:pt x="1186" y="28298"/>
                    <a:pt x="913" y="28025"/>
                    <a:pt x="578" y="28025"/>
                  </a:cubicBezTo>
                  <a:close/>
                  <a:moveTo>
                    <a:pt x="578" y="31520"/>
                  </a:moveTo>
                  <a:cubicBezTo>
                    <a:pt x="275" y="31520"/>
                    <a:pt x="1" y="31794"/>
                    <a:pt x="1" y="32128"/>
                  </a:cubicBezTo>
                  <a:cubicBezTo>
                    <a:pt x="1" y="32463"/>
                    <a:pt x="275" y="32736"/>
                    <a:pt x="578" y="32736"/>
                  </a:cubicBezTo>
                  <a:cubicBezTo>
                    <a:pt x="913" y="32736"/>
                    <a:pt x="1186" y="32463"/>
                    <a:pt x="1186" y="32128"/>
                  </a:cubicBezTo>
                  <a:cubicBezTo>
                    <a:pt x="1186" y="31794"/>
                    <a:pt x="913" y="31520"/>
                    <a:pt x="578" y="31520"/>
                  </a:cubicBezTo>
                  <a:close/>
                  <a:moveTo>
                    <a:pt x="578" y="35016"/>
                  </a:moveTo>
                  <a:cubicBezTo>
                    <a:pt x="275" y="35016"/>
                    <a:pt x="1" y="35289"/>
                    <a:pt x="1" y="35624"/>
                  </a:cubicBezTo>
                  <a:cubicBezTo>
                    <a:pt x="1" y="35958"/>
                    <a:pt x="275" y="36232"/>
                    <a:pt x="578" y="36232"/>
                  </a:cubicBezTo>
                  <a:cubicBezTo>
                    <a:pt x="913" y="36232"/>
                    <a:pt x="1186" y="35958"/>
                    <a:pt x="1186" y="35624"/>
                  </a:cubicBezTo>
                  <a:cubicBezTo>
                    <a:pt x="1186" y="35289"/>
                    <a:pt x="913" y="35016"/>
                    <a:pt x="578" y="35016"/>
                  </a:cubicBezTo>
                  <a:close/>
                  <a:moveTo>
                    <a:pt x="578" y="38542"/>
                  </a:moveTo>
                  <a:cubicBezTo>
                    <a:pt x="275" y="38542"/>
                    <a:pt x="1" y="38815"/>
                    <a:pt x="1" y="39150"/>
                  </a:cubicBezTo>
                  <a:cubicBezTo>
                    <a:pt x="1" y="39453"/>
                    <a:pt x="275" y="39727"/>
                    <a:pt x="578" y="39757"/>
                  </a:cubicBezTo>
                  <a:cubicBezTo>
                    <a:pt x="913" y="39757"/>
                    <a:pt x="1186" y="39514"/>
                    <a:pt x="1186" y="39150"/>
                  </a:cubicBezTo>
                  <a:cubicBezTo>
                    <a:pt x="1186" y="38815"/>
                    <a:pt x="913" y="38542"/>
                    <a:pt x="578" y="3854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5903100" y="2239100"/>
              <a:ext cx="30425" cy="29475"/>
            </a:xfrm>
            <a:custGeom>
              <a:rect b="b" l="l" r="r" t="t"/>
              <a:pathLst>
                <a:path extrusionOk="0" h="1179" w="1217">
                  <a:moveTo>
                    <a:pt x="572" y="1"/>
                  </a:moveTo>
                  <a:cubicBezTo>
                    <a:pt x="425" y="1"/>
                    <a:pt x="296" y="63"/>
                    <a:pt x="183" y="176"/>
                  </a:cubicBezTo>
                  <a:cubicBezTo>
                    <a:pt x="92" y="267"/>
                    <a:pt x="1" y="419"/>
                    <a:pt x="1" y="571"/>
                  </a:cubicBezTo>
                  <a:cubicBezTo>
                    <a:pt x="1" y="723"/>
                    <a:pt x="92" y="875"/>
                    <a:pt x="183" y="997"/>
                  </a:cubicBezTo>
                  <a:cubicBezTo>
                    <a:pt x="305" y="1118"/>
                    <a:pt x="457" y="1179"/>
                    <a:pt x="609" y="1179"/>
                  </a:cubicBezTo>
                  <a:cubicBezTo>
                    <a:pt x="761" y="1179"/>
                    <a:pt x="913" y="1118"/>
                    <a:pt x="1034" y="997"/>
                  </a:cubicBezTo>
                  <a:cubicBezTo>
                    <a:pt x="1126" y="875"/>
                    <a:pt x="1217" y="723"/>
                    <a:pt x="1217" y="571"/>
                  </a:cubicBezTo>
                  <a:cubicBezTo>
                    <a:pt x="1217" y="419"/>
                    <a:pt x="1126" y="267"/>
                    <a:pt x="1034" y="176"/>
                  </a:cubicBezTo>
                  <a:cubicBezTo>
                    <a:pt x="1034" y="115"/>
                    <a:pt x="974" y="115"/>
                    <a:pt x="943" y="85"/>
                  </a:cubicBezTo>
                  <a:cubicBezTo>
                    <a:pt x="913" y="85"/>
                    <a:pt x="882" y="54"/>
                    <a:pt x="822" y="54"/>
                  </a:cubicBezTo>
                  <a:cubicBezTo>
                    <a:pt x="791" y="54"/>
                    <a:pt x="761" y="24"/>
                    <a:pt x="730" y="24"/>
                  </a:cubicBezTo>
                  <a:cubicBezTo>
                    <a:pt x="675" y="8"/>
                    <a:pt x="623" y="1"/>
                    <a:pt x="5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5985175" y="1099850"/>
              <a:ext cx="30425" cy="1081350"/>
            </a:xfrm>
            <a:custGeom>
              <a:rect b="b" l="l" r="r" t="t"/>
              <a:pathLst>
                <a:path extrusionOk="0" h="43254" w="1217">
                  <a:moveTo>
                    <a:pt x="609" y="1"/>
                  </a:moveTo>
                  <a:cubicBezTo>
                    <a:pt x="244" y="1"/>
                    <a:pt x="1" y="244"/>
                    <a:pt x="1" y="608"/>
                  </a:cubicBezTo>
                  <a:cubicBezTo>
                    <a:pt x="1" y="882"/>
                    <a:pt x="244" y="1156"/>
                    <a:pt x="609" y="1186"/>
                  </a:cubicBezTo>
                  <a:cubicBezTo>
                    <a:pt x="943" y="1186"/>
                    <a:pt x="1217" y="943"/>
                    <a:pt x="1217" y="608"/>
                  </a:cubicBezTo>
                  <a:cubicBezTo>
                    <a:pt x="1217" y="244"/>
                    <a:pt x="943" y="1"/>
                    <a:pt x="609" y="1"/>
                  </a:cubicBezTo>
                  <a:close/>
                  <a:moveTo>
                    <a:pt x="609" y="3496"/>
                  </a:moveTo>
                  <a:cubicBezTo>
                    <a:pt x="244" y="3496"/>
                    <a:pt x="1" y="3739"/>
                    <a:pt x="1" y="4104"/>
                  </a:cubicBezTo>
                  <a:cubicBezTo>
                    <a:pt x="1" y="4438"/>
                    <a:pt x="244" y="4651"/>
                    <a:pt x="609" y="4681"/>
                  </a:cubicBezTo>
                  <a:cubicBezTo>
                    <a:pt x="943" y="4681"/>
                    <a:pt x="1217" y="4438"/>
                    <a:pt x="1217" y="4104"/>
                  </a:cubicBezTo>
                  <a:cubicBezTo>
                    <a:pt x="1217" y="3739"/>
                    <a:pt x="943" y="3496"/>
                    <a:pt x="609" y="3496"/>
                  </a:cubicBezTo>
                  <a:close/>
                  <a:moveTo>
                    <a:pt x="609" y="6992"/>
                  </a:moveTo>
                  <a:cubicBezTo>
                    <a:pt x="244" y="6992"/>
                    <a:pt x="1" y="7235"/>
                    <a:pt x="1" y="7599"/>
                  </a:cubicBezTo>
                  <a:cubicBezTo>
                    <a:pt x="1" y="7902"/>
                    <a:pt x="200" y="8155"/>
                    <a:pt x="509" y="8155"/>
                  </a:cubicBezTo>
                  <a:cubicBezTo>
                    <a:pt x="541" y="8155"/>
                    <a:pt x="574" y="8152"/>
                    <a:pt x="609" y="8147"/>
                  </a:cubicBezTo>
                  <a:cubicBezTo>
                    <a:pt x="943" y="8147"/>
                    <a:pt x="1217" y="7934"/>
                    <a:pt x="1217" y="7599"/>
                  </a:cubicBezTo>
                  <a:cubicBezTo>
                    <a:pt x="1217" y="7235"/>
                    <a:pt x="943" y="6992"/>
                    <a:pt x="609" y="6992"/>
                  </a:cubicBezTo>
                  <a:close/>
                  <a:moveTo>
                    <a:pt x="609" y="10487"/>
                  </a:moveTo>
                  <a:cubicBezTo>
                    <a:pt x="244" y="10487"/>
                    <a:pt x="1" y="10730"/>
                    <a:pt x="1" y="11095"/>
                  </a:cubicBezTo>
                  <a:cubicBezTo>
                    <a:pt x="1" y="11429"/>
                    <a:pt x="244" y="11703"/>
                    <a:pt x="609" y="11703"/>
                  </a:cubicBezTo>
                  <a:cubicBezTo>
                    <a:pt x="943" y="11703"/>
                    <a:pt x="1217" y="11429"/>
                    <a:pt x="1217" y="11095"/>
                  </a:cubicBezTo>
                  <a:cubicBezTo>
                    <a:pt x="1217" y="10730"/>
                    <a:pt x="943" y="10487"/>
                    <a:pt x="609" y="10487"/>
                  </a:cubicBezTo>
                  <a:close/>
                  <a:moveTo>
                    <a:pt x="609" y="14013"/>
                  </a:moveTo>
                  <a:cubicBezTo>
                    <a:pt x="244" y="14013"/>
                    <a:pt x="1" y="14286"/>
                    <a:pt x="1" y="14621"/>
                  </a:cubicBezTo>
                  <a:cubicBezTo>
                    <a:pt x="1" y="14925"/>
                    <a:pt x="244" y="15198"/>
                    <a:pt x="609" y="15229"/>
                  </a:cubicBezTo>
                  <a:cubicBezTo>
                    <a:pt x="943" y="15229"/>
                    <a:pt x="1217" y="14955"/>
                    <a:pt x="1217" y="14621"/>
                  </a:cubicBezTo>
                  <a:cubicBezTo>
                    <a:pt x="1217" y="14286"/>
                    <a:pt x="943" y="14013"/>
                    <a:pt x="609" y="14013"/>
                  </a:cubicBezTo>
                  <a:close/>
                  <a:moveTo>
                    <a:pt x="609" y="17508"/>
                  </a:moveTo>
                  <a:cubicBezTo>
                    <a:pt x="244" y="17508"/>
                    <a:pt x="1" y="17782"/>
                    <a:pt x="1" y="18116"/>
                  </a:cubicBezTo>
                  <a:cubicBezTo>
                    <a:pt x="1" y="18451"/>
                    <a:pt x="244" y="18694"/>
                    <a:pt x="609" y="18724"/>
                  </a:cubicBezTo>
                  <a:cubicBezTo>
                    <a:pt x="943" y="18724"/>
                    <a:pt x="1217" y="18451"/>
                    <a:pt x="1217" y="18116"/>
                  </a:cubicBezTo>
                  <a:cubicBezTo>
                    <a:pt x="1217" y="17782"/>
                    <a:pt x="943" y="17508"/>
                    <a:pt x="609" y="17508"/>
                  </a:cubicBezTo>
                  <a:close/>
                  <a:moveTo>
                    <a:pt x="609" y="21004"/>
                  </a:moveTo>
                  <a:cubicBezTo>
                    <a:pt x="244" y="21004"/>
                    <a:pt x="1" y="21247"/>
                    <a:pt x="1" y="21612"/>
                  </a:cubicBezTo>
                  <a:cubicBezTo>
                    <a:pt x="1" y="21946"/>
                    <a:pt x="244" y="22220"/>
                    <a:pt x="609" y="22220"/>
                  </a:cubicBezTo>
                  <a:cubicBezTo>
                    <a:pt x="943" y="22220"/>
                    <a:pt x="1217" y="21946"/>
                    <a:pt x="1217" y="21612"/>
                  </a:cubicBezTo>
                  <a:cubicBezTo>
                    <a:pt x="1217" y="21277"/>
                    <a:pt x="943" y="21004"/>
                    <a:pt x="609" y="21004"/>
                  </a:cubicBezTo>
                  <a:close/>
                  <a:moveTo>
                    <a:pt x="609" y="24499"/>
                  </a:moveTo>
                  <a:cubicBezTo>
                    <a:pt x="244" y="24499"/>
                    <a:pt x="1" y="24773"/>
                    <a:pt x="1" y="25107"/>
                  </a:cubicBezTo>
                  <a:cubicBezTo>
                    <a:pt x="1" y="25442"/>
                    <a:pt x="244" y="25715"/>
                    <a:pt x="609" y="25715"/>
                  </a:cubicBezTo>
                  <a:cubicBezTo>
                    <a:pt x="943" y="25715"/>
                    <a:pt x="1217" y="25442"/>
                    <a:pt x="1217" y="25107"/>
                  </a:cubicBezTo>
                  <a:cubicBezTo>
                    <a:pt x="1217" y="24773"/>
                    <a:pt x="943" y="24499"/>
                    <a:pt x="609" y="24499"/>
                  </a:cubicBezTo>
                  <a:close/>
                  <a:moveTo>
                    <a:pt x="609" y="28025"/>
                  </a:moveTo>
                  <a:cubicBezTo>
                    <a:pt x="244" y="28025"/>
                    <a:pt x="1" y="28299"/>
                    <a:pt x="1" y="28633"/>
                  </a:cubicBezTo>
                  <a:cubicBezTo>
                    <a:pt x="1" y="28937"/>
                    <a:pt x="244" y="29211"/>
                    <a:pt x="609" y="29241"/>
                  </a:cubicBezTo>
                  <a:cubicBezTo>
                    <a:pt x="943" y="29241"/>
                    <a:pt x="1217" y="28968"/>
                    <a:pt x="1217" y="28633"/>
                  </a:cubicBezTo>
                  <a:cubicBezTo>
                    <a:pt x="1217" y="28299"/>
                    <a:pt x="943" y="28025"/>
                    <a:pt x="609" y="28025"/>
                  </a:cubicBezTo>
                  <a:close/>
                  <a:moveTo>
                    <a:pt x="609" y="31521"/>
                  </a:moveTo>
                  <a:cubicBezTo>
                    <a:pt x="244" y="31521"/>
                    <a:pt x="1" y="31794"/>
                    <a:pt x="1" y="32129"/>
                  </a:cubicBezTo>
                  <a:cubicBezTo>
                    <a:pt x="1" y="32463"/>
                    <a:pt x="244" y="32737"/>
                    <a:pt x="609" y="32737"/>
                  </a:cubicBezTo>
                  <a:cubicBezTo>
                    <a:pt x="943" y="32737"/>
                    <a:pt x="1217" y="32463"/>
                    <a:pt x="1217" y="32129"/>
                  </a:cubicBezTo>
                  <a:cubicBezTo>
                    <a:pt x="1217" y="31794"/>
                    <a:pt x="943" y="31521"/>
                    <a:pt x="609" y="31521"/>
                  </a:cubicBezTo>
                  <a:close/>
                  <a:moveTo>
                    <a:pt x="609" y="35016"/>
                  </a:moveTo>
                  <a:cubicBezTo>
                    <a:pt x="244" y="35016"/>
                    <a:pt x="1" y="35290"/>
                    <a:pt x="1" y="35624"/>
                  </a:cubicBezTo>
                  <a:cubicBezTo>
                    <a:pt x="1" y="35959"/>
                    <a:pt x="244" y="36232"/>
                    <a:pt x="609" y="36232"/>
                  </a:cubicBezTo>
                  <a:cubicBezTo>
                    <a:pt x="943" y="36232"/>
                    <a:pt x="1217" y="35959"/>
                    <a:pt x="1217" y="35624"/>
                  </a:cubicBezTo>
                  <a:cubicBezTo>
                    <a:pt x="1217" y="35290"/>
                    <a:pt x="943" y="35016"/>
                    <a:pt x="609" y="35016"/>
                  </a:cubicBezTo>
                  <a:close/>
                  <a:moveTo>
                    <a:pt x="609" y="38512"/>
                  </a:moveTo>
                  <a:cubicBezTo>
                    <a:pt x="244" y="38512"/>
                    <a:pt x="1" y="38785"/>
                    <a:pt x="1" y="39120"/>
                  </a:cubicBezTo>
                  <a:cubicBezTo>
                    <a:pt x="1" y="39454"/>
                    <a:pt x="244" y="39728"/>
                    <a:pt x="609" y="39728"/>
                  </a:cubicBezTo>
                  <a:cubicBezTo>
                    <a:pt x="943" y="39728"/>
                    <a:pt x="1217" y="39454"/>
                    <a:pt x="1217" y="39120"/>
                  </a:cubicBezTo>
                  <a:cubicBezTo>
                    <a:pt x="1217" y="38785"/>
                    <a:pt x="943" y="38512"/>
                    <a:pt x="609" y="38512"/>
                  </a:cubicBezTo>
                  <a:close/>
                  <a:moveTo>
                    <a:pt x="609" y="42038"/>
                  </a:moveTo>
                  <a:cubicBezTo>
                    <a:pt x="244" y="42038"/>
                    <a:pt x="1" y="42311"/>
                    <a:pt x="1" y="42646"/>
                  </a:cubicBezTo>
                  <a:cubicBezTo>
                    <a:pt x="1" y="42949"/>
                    <a:pt x="244" y="43223"/>
                    <a:pt x="609" y="43253"/>
                  </a:cubicBezTo>
                  <a:cubicBezTo>
                    <a:pt x="943" y="43253"/>
                    <a:pt x="1217" y="43010"/>
                    <a:pt x="1217" y="42646"/>
                  </a:cubicBezTo>
                  <a:cubicBezTo>
                    <a:pt x="1217" y="42311"/>
                    <a:pt x="943" y="42038"/>
                    <a:pt x="609" y="4203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5985950" y="2239675"/>
              <a:ext cx="28125" cy="28900"/>
            </a:xfrm>
            <a:custGeom>
              <a:rect b="b" l="l" r="r" t="t"/>
              <a:pathLst>
                <a:path extrusionOk="0" h="1156" w="1125">
                  <a:moveTo>
                    <a:pt x="456" y="1"/>
                  </a:moveTo>
                  <a:cubicBezTo>
                    <a:pt x="426" y="1"/>
                    <a:pt x="365" y="31"/>
                    <a:pt x="334" y="31"/>
                  </a:cubicBezTo>
                  <a:cubicBezTo>
                    <a:pt x="304" y="31"/>
                    <a:pt x="274" y="31"/>
                    <a:pt x="213" y="62"/>
                  </a:cubicBezTo>
                  <a:cubicBezTo>
                    <a:pt x="213" y="92"/>
                    <a:pt x="182" y="92"/>
                    <a:pt x="152" y="122"/>
                  </a:cubicBezTo>
                  <a:cubicBezTo>
                    <a:pt x="122" y="122"/>
                    <a:pt x="122" y="183"/>
                    <a:pt x="61" y="214"/>
                  </a:cubicBezTo>
                  <a:cubicBezTo>
                    <a:pt x="61" y="244"/>
                    <a:pt x="30" y="274"/>
                    <a:pt x="30" y="335"/>
                  </a:cubicBezTo>
                  <a:cubicBezTo>
                    <a:pt x="0" y="366"/>
                    <a:pt x="0" y="396"/>
                    <a:pt x="0" y="426"/>
                  </a:cubicBezTo>
                  <a:lnTo>
                    <a:pt x="0" y="548"/>
                  </a:lnTo>
                  <a:lnTo>
                    <a:pt x="0" y="670"/>
                  </a:lnTo>
                  <a:cubicBezTo>
                    <a:pt x="0" y="700"/>
                    <a:pt x="30" y="761"/>
                    <a:pt x="30" y="791"/>
                  </a:cubicBezTo>
                  <a:cubicBezTo>
                    <a:pt x="30" y="822"/>
                    <a:pt x="30" y="852"/>
                    <a:pt x="61" y="913"/>
                  </a:cubicBezTo>
                  <a:lnTo>
                    <a:pt x="152" y="974"/>
                  </a:lnTo>
                  <a:cubicBezTo>
                    <a:pt x="274" y="1095"/>
                    <a:pt x="426" y="1156"/>
                    <a:pt x="578" y="1156"/>
                  </a:cubicBezTo>
                  <a:cubicBezTo>
                    <a:pt x="638" y="1156"/>
                    <a:pt x="730" y="1126"/>
                    <a:pt x="790" y="1095"/>
                  </a:cubicBezTo>
                  <a:cubicBezTo>
                    <a:pt x="882" y="1095"/>
                    <a:pt x="942" y="1004"/>
                    <a:pt x="973" y="974"/>
                  </a:cubicBezTo>
                  <a:cubicBezTo>
                    <a:pt x="1003" y="974"/>
                    <a:pt x="1003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25" y="700"/>
                    <a:pt x="1125" y="670"/>
                  </a:cubicBezTo>
                  <a:lnTo>
                    <a:pt x="1125" y="548"/>
                  </a:lnTo>
                  <a:lnTo>
                    <a:pt x="1125" y="426"/>
                  </a:lnTo>
                  <a:cubicBezTo>
                    <a:pt x="112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973" y="122"/>
                  </a:lnTo>
                  <a:cubicBezTo>
                    <a:pt x="973" y="92"/>
                    <a:pt x="942" y="92"/>
                    <a:pt x="912" y="62"/>
                  </a:cubicBezTo>
                  <a:cubicBezTo>
                    <a:pt x="882" y="62"/>
                    <a:pt x="821" y="31"/>
                    <a:pt x="790" y="31"/>
                  </a:cubicBezTo>
                  <a:cubicBezTo>
                    <a:pt x="760" y="31"/>
                    <a:pt x="730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6066500" y="1013225"/>
              <a:ext cx="30400" cy="28150"/>
            </a:xfrm>
            <a:custGeom>
              <a:rect b="b" l="l" r="r" t="t"/>
              <a:pathLst>
                <a:path extrusionOk="0" h="1126" w="1216">
                  <a:moveTo>
                    <a:pt x="486" y="0"/>
                  </a:moveTo>
                  <a:cubicBezTo>
                    <a:pt x="456" y="0"/>
                    <a:pt x="426" y="31"/>
                    <a:pt x="395" y="31"/>
                  </a:cubicBezTo>
                  <a:cubicBezTo>
                    <a:pt x="334" y="31"/>
                    <a:pt x="304" y="31"/>
                    <a:pt x="274" y="61"/>
                  </a:cubicBezTo>
                  <a:lnTo>
                    <a:pt x="182" y="152"/>
                  </a:lnTo>
                  <a:cubicBezTo>
                    <a:pt x="91" y="274"/>
                    <a:pt x="0" y="426"/>
                    <a:pt x="0" y="548"/>
                  </a:cubicBezTo>
                  <a:cubicBezTo>
                    <a:pt x="0" y="700"/>
                    <a:pt x="91" y="882"/>
                    <a:pt x="182" y="973"/>
                  </a:cubicBezTo>
                  <a:cubicBezTo>
                    <a:pt x="182" y="1034"/>
                    <a:pt x="243" y="1034"/>
                    <a:pt x="274" y="1064"/>
                  </a:cubicBezTo>
                  <a:cubicBezTo>
                    <a:pt x="304" y="1064"/>
                    <a:pt x="334" y="1095"/>
                    <a:pt x="395" y="1095"/>
                  </a:cubicBezTo>
                  <a:cubicBezTo>
                    <a:pt x="426" y="1095"/>
                    <a:pt x="456" y="1125"/>
                    <a:pt x="486" y="1125"/>
                  </a:cubicBezTo>
                  <a:lnTo>
                    <a:pt x="730" y="1125"/>
                  </a:lnTo>
                  <a:cubicBezTo>
                    <a:pt x="760" y="1125"/>
                    <a:pt x="790" y="1095"/>
                    <a:pt x="851" y="1095"/>
                  </a:cubicBezTo>
                  <a:cubicBezTo>
                    <a:pt x="882" y="1095"/>
                    <a:pt x="912" y="1095"/>
                    <a:pt x="942" y="1064"/>
                  </a:cubicBezTo>
                  <a:lnTo>
                    <a:pt x="1034" y="973"/>
                  </a:lnTo>
                  <a:cubicBezTo>
                    <a:pt x="1155" y="852"/>
                    <a:pt x="1216" y="700"/>
                    <a:pt x="1216" y="548"/>
                  </a:cubicBezTo>
                  <a:cubicBezTo>
                    <a:pt x="1216" y="426"/>
                    <a:pt x="1155" y="244"/>
                    <a:pt x="1034" y="152"/>
                  </a:cubicBezTo>
                  <a:cubicBezTo>
                    <a:pt x="1034" y="92"/>
                    <a:pt x="1003" y="92"/>
                    <a:pt x="942" y="61"/>
                  </a:cubicBezTo>
                  <a:cubicBezTo>
                    <a:pt x="912" y="61"/>
                    <a:pt x="882" y="31"/>
                    <a:pt x="851" y="31"/>
                  </a:cubicBezTo>
                  <a:cubicBezTo>
                    <a:pt x="790" y="31"/>
                    <a:pt x="760" y="0"/>
                    <a:pt x="7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6066500" y="1099850"/>
              <a:ext cx="30400" cy="1081350"/>
            </a:xfrm>
            <a:custGeom>
              <a:rect b="b" l="l" r="r" t="t"/>
              <a:pathLst>
                <a:path extrusionOk="0" h="43254" w="1216">
                  <a:moveTo>
                    <a:pt x="608" y="1"/>
                  </a:moveTo>
                  <a:cubicBezTo>
                    <a:pt x="274" y="1"/>
                    <a:pt x="0" y="244"/>
                    <a:pt x="0" y="608"/>
                  </a:cubicBezTo>
                  <a:cubicBezTo>
                    <a:pt x="0" y="882"/>
                    <a:pt x="274" y="1156"/>
                    <a:pt x="608" y="1186"/>
                  </a:cubicBezTo>
                  <a:cubicBezTo>
                    <a:pt x="942" y="1186"/>
                    <a:pt x="1216" y="943"/>
                    <a:pt x="1216" y="608"/>
                  </a:cubicBezTo>
                  <a:cubicBezTo>
                    <a:pt x="1216" y="244"/>
                    <a:pt x="942" y="1"/>
                    <a:pt x="608" y="1"/>
                  </a:cubicBezTo>
                  <a:close/>
                  <a:moveTo>
                    <a:pt x="608" y="3496"/>
                  </a:moveTo>
                  <a:cubicBezTo>
                    <a:pt x="274" y="3496"/>
                    <a:pt x="0" y="3739"/>
                    <a:pt x="0" y="4104"/>
                  </a:cubicBezTo>
                  <a:cubicBezTo>
                    <a:pt x="0" y="4438"/>
                    <a:pt x="274" y="4651"/>
                    <a:pt x="608" y="4681"/>
                  </a:cubicBezTo>
                  <a:cubicBezTo>
                    <a:pt x="942" y="4681"/>
                    <a:pt x="1216" y="4438"/>
                    <a:pt x="1216" y="4104"/>
                  </a:cubicBezTo>
                  <a:cubicBezTo>
                    <a:pt x="1216" y="3739"/>
                    <a:pt x="942" y="3496"/>
                    <a:pt x="608" y="3496"/>
                  </a:cubicBezTo>
                  <a:close/>
                  <a:moveTo>
                    <a:pt x="608" y="6992"/>
                  </a:moveTo>
                  <a:cubicBezTo>
                    <a:pt x="274" y="6992"/>
                    <a:pt x="0" y="7235"/>
                    <a:pt x="0" y="7599"/>
                  </a:cubicBezTo>
                  <a:cubicBezTo>
                    <a:pt x="0" y="7902"/>
                    <a:pt x="224" y="8155"/>
                    <a:pt x="515" y="8155"/>
                  </a:cubicBezTo>
                  <a:cubicBezTo>
                    <a:pt x="545" y="8155"/>
                    <a:pt x="576" y="8152"/>
                    <a:pt x="608" y="8147"/>
                  </a:cubicBezTo>
                  <a:cubicBezTo>
                    <a:pt x="942" y="8147"/>
                    <a:pt x="1216" y="7934"/>
                    <a:pt x="1216" y="7599"/>
                  </a:cubicBezTo>
                  <a:cubicBezTo>
                    <a:pt x="1216" y="7235"/>
                    <a:pt x="942" y="6992"/>
                    <a:pt x="608" y="6992"/>
                  </a:cubicBezTo>
                  <a:close/>
                  <a:moveTo>
                    <a:pt x="608" y="10487"/>
                  </a:moveTo>
                  <a:cubicBezTo>
                    <a:pt x="274" y="10487"/>
                    <a:pt x="0" y="10730"/>
                    <a:pt x="0" y="11095"/>
                  </a:cubicBezTo>
                  <a:cubicBezTo>
                    <a:pt x="0" y="11429"/>
                    <a:pt x="274" y="11703"/>
                    <a:pt x="608" y="11703"/>
                  </a:cubicBezTo>
                  <a:cubicBezTo>
                    <a:pt x="942" y="11703"/>
                    <a:pt x="1216" y="11429"/>
                    <a:pt x="1216" y="11095"/>
                  </a:cubicBezTo>
                  <a:cubicBezTo>
                    <a:pt x="1216" y="10730"/>
                    <a:pt x="942" y="10487"/>
                    <a:pt x="608" y="10487"/>
                  </a:cubicBezTo>
                  <a:close/>
                  <a:moveTo>
                    <a:pt x="608" y="14013"/>
                  </a:moveTo>
                  <a:cubicBezTo>
                    <a:pt x="274" y="14013"/>
                    <a:pt x="0" y="14286"/>
                    <a:pt x="0" y="14621"/>
                  </a:cubicBezTo>
                  <a:cubicBezTo>
                    <a:pt x="0" y="14925"/>
                    <a:pt x="274" y="15198"/>
                    <a:pt x="608" y="15229"/>
                  </a:cubicBezTo>
                  <a:cubicBezTo>
                    <a:pt x="942" y="15229"/>
                    <a:pt x="1216" y="14955"/>
                    <a:pt x="1216" y="14621"/>
                  </a:cubicBezTo>
                  <a:cubicBezTo>
                    <a:pt x="1216" y="14286"/>
                    <a:pt x="942" y="14013"/>
                    <a:pt x="608" y="14013"/>
                  </a:cubicBezTo>
                  <a:close/>
                  <a:moveTo>
                    <a:pt x="608" y="17508"/>
                  </a:moveTo>
                  <a:cubicBezTo>
                    <a:pt x="274" y="17508"/>
                    <a:pt x="0" y="17782"/>
                    <a:pt x="0" y="18116"/>
                  </a:cubicBezTo>
                  <a:cubicBezTo>
                    <a:pt x="0" y="18451"/>
                    <a:pt x="274" y="18694"/>
                    <a:pt x="608" y="18724"/>
                  </a:cubicBezTo>
                  <a:cubicBezTo>
                    <a:pt x="942" y="18724"/>
                    <a:pt x="1216" y="18451"/>
                    <a:pt x="1216" y="18116"/>
                  </a:cubicBezTo>
                  <a:cubicBezTo>
                    <a:pt x="1216" y="17782"/>
                    <a:pt x="942" y="17508"/>
                    <a:pt x="608" y="17508"/>
                  </a:cubicBezTo>
                  <a:close/>
                  <a:moveTo>
                    <a:pt x="608" y="21004"/>
                  </a:moveTo>
                  <a:cubicBezTo>
                    <a:pt x="274" y="21004"/>
                    <a:pt x="0" y="21247"/>
                    <a:pt x="0" y="21612"/>
                  </a:cubicBezTo>
                  <a:cubicBezTo>
                    <a:pt x="0" y="21946"/>
                    <a:pt x="274" y="22220"/>
                    <a:pt x="608" y="22220"/>
                  </a:cubicBezTo>
                  <a:cubicBezTo>
                    <a:pt x="942" y="22220"/>
                    <a:pt x="1216" y="21946"/>
                    <a:pt x="1216" y="21612"/>
                  </a:cubicBezTo>
                  <a:cubicBezTo>
                    <a:pt x="1216" y="21277"/>
                    <a:pt x="942" y="21004"/>
                    <a:pt x="608" y="21004"/>
                  </a:cubicBezTo>
                  <a:close/>
                  <a:moveTo>
                    <a:pt x="608" y="24499"/>
                  </a:moveTo>
                  <a:cubicBezTo>
                    <a:pt x="274" y="24499"/>
                    <a:pt x="0" y="24773"/>
                    <a:pt x="0" y="25107"/>
                  </a:cubicBezTo>
                  <a:cubicBezTo>
                    <a:pt x="0" y="25442"/>
                    <a:pt x="274" y="25715"/>
                    <a:pt x="608" y="25715"/>
                  </a:cubicBezTo>
                  <a:cubicBezTo>
                    <a:pt x="942" y="25715"/>
                    <a:pt x="1216" y="25442"/>
                    <a:pt x="1216" y="25107"/>
                  </a:cubicBezTo>
                  <a:cubicBezTo>
                    <a:pt x="1216" y="24773"/>
                    <a:pt x="942" y="24499"/>
                    <a:pt x="608" y="24499"/>
                  </a:cubicBezTo>
                  <a:close/>
                  <a:moveTo>
                    <a:pt x="608" y="28025"/>
                  </a:moveTo>
                  <a:cubicBezTo>
                    <a:pt x="274" y="28025"/>
                    <a:pt x="0" y="28299"/>
                    <a:pt x="0" y="28633"/>
                  </a:cubicBezTo>
                  <a:cubicBezTo>
                    <a:pt x="0" y="28937"/>
                    <a:pt x="274" y="29211"/>
                    <a:pt x="608" y="29241"/>
                  </a:cubicBezTo>
                  <a:cubicBezTo>
                    <a:pt x="942" y="29241"/>
                    <a:pt x="1216" y="28968"/>
                    <a:pt x="1216" y="28633"/>
                  </a:cubicBezTo>
                  <a:cubicBezTo>
                    <a:pt x="1216" y="28299"/>
                    <a:pt x="942" y="28025"/>
                    <a:pt x="608" y="28025"/>
                  </a:cubicBezTo>
                  <a:close/>
                  <a:moveTo>
                    <a:pt x="608" y="31521"/>
                  </a:moveTo>
                  <a:cubicBezTo>
                    <a:pt x="274" y="31521"/>
                    <a:pt x="0" y="31794"/>
                    <a:pt x="0" y="32129"/>
                  </a:cubicBezTo>
                  <a:cubicBezTo>
                    <a:pt x="0" y="32463"/>
                    <a:pt x="274" y="32737"/>
                    <a:pt x="608" y="32737"/>
                  </a:cubicBezTo>
                  <a:cubicBezTo>
                    <a:pt x="942" y="32737"/>
                    <a:pt x="1216" y="32463"/>
                    <a:pt x="1216" y="32129"/>
                  </a:cubicBezTo>
                  <a:cubicBezTo>
                    <a:pt x="1216" y="31794"/>
                    <a:pt x="942" y="31521"/>
                    <a:pt x="608" y="31521"/>
                  </a:cubicBezTo>
                  <a:close/>
                  <a:moveTo>
                    <a:pt x="608" y="35016"/>
                  </a:moveTo>
                  <a:cubicBezTo>
                    <a:pt x="274" y="35016"/>
                    <a:pt x="0" y="35290"/>
                    <a:pt x="0" y="35624"/>
                  </a:cubicBezTo>
                  <a:cubicBezTo>
                    <a:pt x="0" y="35959"/>
                    <a:pt x="274" y="36232"/>
                    <a:pt x="608" y="36232"/>
                  </a:cubicBezTo>
                  <a:cubicBezTo>
                    <a:pt x="942" y="36232"/>
                    <a:pt x="1216" y="35959"/>
                    <a:pt x="1216" y="35624"/>
                  </a:cubicBezTo>
                  <a:cubicBezTo>
                    <a:pt x="1216" y="35290"/>
                    <a:pt x="942" y="35016"/>
                    <a:pt x="608" y="35016"/>
                  </a:cubicBezTo>
                  <a:close/>
                  <a:moveTo>
                    <a:pt x="608" y="38512"/>
                  </a:moveTo>
                  <a:cubicBezTo>
                    <a:pt x="274" y="38512"/>
                    <a:pt x="0" y="38785"/>
                    <a:pt x="0" y="39120"/>
                  </a:cubicBezTo>
                  <a:cubicBezTo>
                    <a:pt x="0" y="39454"/>
                    <a:pt x="274" y="39728"/>
                    <a:pt x="608" y="39728"/>
                  </a:cubicBezTo>
                  <a:cubicBezTo>
                    <a:pt x="942" y="39728"/>
                    <a:pt x="1216" y="39454"/>
                    <a:pt x="1216" y="39120"/>
                  </a:cubicBezTo>
                  <a:cubicBezTo>
                    <a:pt x="1216" y="38785"/>
                    <a:pt x="942" y="38512"/>
                    <a:pt x="608" y="38512"/>
                  </a:cubicBezTo>
                  <a:close/>
                  <a:moveTo>
                    <a:pt x="608" y="42038"/>
                  </a:moveTo>
                  <a:cubicBezTo>
                    <a:pt x="274" y="42038"/>
                    <a:pt x="0" y="42311"/>
                    <a:pt x="0" y="42646"/>
                  </a:cubicBezTo>
                  <a:cubicBezTo>
                    <a:pt x="0" y="42949"/>
                    <a:pt x="274" y="43223"/>
                    <a:pt x="608" y="43253"/>
                  </a:cubicBezTo>
                  <a:cubicBezTo>
                    <a:pt x="942" y="43253"/>
                    <a:pt x="1216" y="43010"/>
                    <a:pt x="1216" y="42646"/>
                  </a:cubicBezTo>
                  <a:cubicBezTo>
                    <a:pt x="1216" y="42311"/>
                    <a:pt x="942" y="42038"/>
                    <a:pt x="608" y="4203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6066500" y="2239675"/>
              <a:ext cx="28900" cy="28900"/>
            </a:xfrm>
            <a:custGeom>
              <a:rect b="b" l="l" r="r" t="t"/>
              <a:pathLst>
                <a:path extrusionOk="0" h="1156" w="1156">
                  <a:moveTo>
                    <a:pt x="456" y="1"/>
                  </a:moveTo>
                  <a:cubicBezTo>
                    <a:pt x="426" y="1"/>
                    <a:pt x="395" y="31"/>
                    <a:pt x="334" y="31"/>
                  </a:cubicBezTo>
                  <a:cubicBezTo>
                    <a:pt x="304" y="31"/>
                    <a:pt x="274" y="31"/>
                    <a:pt x="243" y="62"/>
                  </a:cubicBezTo>
                  <a:lnTo>
                    <a:pt x="152" y="153"/>
                  </a:lnTo>
                  <a:cubicBezTo>
                    <a:pt x="122" y="153"/>
                    <a:pt x="122" y="183"/>
                    <a:pt x="91" y="214"/>
                  </a:cubicBezTo>
                  <a:cubicBezTo>
                    <a:pt x="91" y="244"/>
                    <a:pt x="30" y="305"/>
                    <a:pt x="30" y="335"/>
                  </a:cubicBezTo>
                  <a:cubicBezTo>
                    <a:pt x="0" y="366"/>
                    <a:pt x="0" y="396"/>
                    <a:pt x="0" y="457"/>
                  </a:cubicBezTo>
                  <a:lnTo>
                    <a:pt x="0" y="548"/>
                  </a:lnTo>
                  <a:cubicBezTo>
                    <a:pt x="0" y="700"/>
                    <a:pt x="91" y="852"/>
                    <a:pt x="182" y="974"/>
                  </a:cubicBezTo>
                  <a:cubicBezTo>
                    <a:pt x="304" y="1095"/>
                    <a:pt x="456" y="1156"/>
                    <a:pt x="608" y="1156"/>
                  </a:cubicBezTo>
                  <a:cubicBezTo>
                    <a:pt x="699" y="1156"/>
                    <a:pt x="760" y="1126"/>
                    <a:pt x="790" y="1095"/>
                  </a:cubicBezTo>
                  <a:cubicBezTo>
                    <a:pt x="882" y="1095"/>
                    <a:pt x="942" y="1004"/>
                    <a:pt x="1003" y="974"/>
                  </a:cubicBezTo>
                  <a:cubicBezTo>
                    <a:pt x="1034" y="974"/>
                    <a:pt x="1034" y="943"/>
                    <a:pt x="1064" y="913"/>
                  </a:cubicBezTo>
                  <a:cubicBezTo>
                    <a:pt x="1064" y="852"/>
                    <a:pt x="1094" y="822"/>
                    <a:pt x="1094" y="791"/>
                  </a:cubicBezTo>
                  <a:cubicBezTo>
                    <a:pt x="1094" y="761"/>
                    <a:pt x="1155" y="700"/>
                    <a:pt x="1155" y="670"/>
                  </a:cubicBezTo>
                  <a:lnTo>
                    <a:pt x="1155" y="548"/>
                  </a:lnTo>
                  <a:lnTo>
                    <a:pt x="1155" y="457"/>
                  </a:lnTo>
                  <a:cubicBezTo>
                    <a:pt x="1155" y="396"/>
                    <a:pt x="1094" y="366"/>
                    <a:pt x="1094" y="335"/>
                  </a:cubicBezTo>
                  <a:cubicBezTo>
                    <a:pt x="1094" y="274"/>
                    <a:pt x="1094" y="244"/>
                    <a:pt x="1064" y="214"/>
                  </a:cubicBezTo>
                  <a:lnTo>
                    <a:pt x="1003" y="153"/>
                  </a:lnTo>
                  <a:cubicBezTo>
                    <a:pt x="1003" y="92"/>
                    <a:pt x="942" y="92"/>
                    <a:pt x="912" y="62"/>
                  </a:cubicBezTo>
                  <a:cubicBezTo>
                    <a:pt x="882" y="62"/>
                    <a:pt x="851" y="31"/>
                    <a:pt x="790" y="31"/>
                  </a:cubicBezTo>
                  <a:cubicBezTo>
                    <a:pt x="760" y="31"/>
                    <a:pt x="730" y="1"/>
                    <a:pt x="69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27"/>
          <p:cNvSpPr/>
          <p:nvPr/>
        </p:nvSpPr>
        <p:spPr>
          <a:xfrm rot="-5400000">
            <a:off x="1219089" y="3632703"/>
            <a:ext cx="57955" cy="2496139"/>
          </a:xfrm>
          <a:custGeom>
            <a:rect b="b" l="l" r="r" t="t"/>
            <a:pathLst>
              <a:path extrusionOk="0" h="38093" w="1466">
                <a:moveTo>
                  <a:pt x="1" y="0"/>
                </a:moveTo>
                <a:lnTo>
                  <a:pt x="1" y="38093"/>
                </a:lnTo>
                <a:lnTo>
                  <a:pt x="1466" y="38093"/>
                </a:lnTo>
                <a:lnTo>
                  <a:pt x="146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7"/>
          <p:cNvSpPr/>
          <p:nvPr/>
        </p:nvSpPr>
        <p:spPr>
          <a:xfrm rot="-5400000">
            <a:off x="1218278" y="3385719"/>
            <a:ext cx="59575" cy="2496139"/>
          </a:xfrm>
          <a:custGeom>
            <a:rect b="b" l="l" r="r" t="t"/>
            <a:pathLst>
              <a:path extrusionOk="0" h="38093" w="1507">
                <a:moveTo>
                  <a:pt x="0" y="0"/>
                </a:moveTo>
                <a:lnTo>
                  <a:pt x="0" y="38093"/>
                </a:lnTo>
                <a:lnTo>
                  <a:pt x="1506" y="38093"/>
                </a:lnTo>
                <a:lnTo>
                  <a:pt x="1506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1" name="Google Shape;841;p28"/>
          <p:cNvSpPr/>
          <p:nvPr/>
        </p:nvSpPr>
        <p:spPr>
          <a:xfrm rot="5400000">
            <a:off x="4281075" y="314450"/>
            <a:ext cx="564900" cy="91440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2" name="Google Shape;842;p28"/>
          <p:cNvGrpSpPr/>
          <p:nvPr/>
        </p:nvGrpSpPr>
        <p:grpSpPr>
          <a:xfrm rot="5400000">
            <a:off x="7937434" y="3910533"/>
            <a:ext cx="1614998" cy="628331"/>
            <a:chOff x="1268525" y="3035300"/>
            <a:chExt cx="818425" cy="318400"/>
          </a:xfrm>
        </p:grpSpPr>
        <p:sp>
          <p:nvSpPr>
            <p:cNvPr id="843" name="Google Shape;843;p28"/>
            <p:cNvSpPr/>
            <p:nvPr/>
          </p:nvSpPr>
          <p:spPr>
            <a:xfrm>
              <a:off x="1268525" y="3035300"/>
              <a:ext cx="104900" cy="103350"/>
            </a:xfrm>
            <a:custGeom>
              <a:rect b="b" l="l" r="r" t="t"/>
              <a:pathLst>
                <a:path extrusionOk="0" h="4134" w="4196">
                  <a:moveTo>
                    <a:pt x="1581" y="0"/>
                  </a:moveTo>
                  <a:lnTo>
                    <a:pt x="158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34"/>
                  </a:lnTo>
                  <a:lnTo>
                    <a:pt x="2645" y="4134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45" y="1520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150712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21" y="0"/>
                  </a:moveTo>
                  <a:lnTo>
                    <a:pt x="152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174497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51" y="0"/>
                  </a:moveTo>
                  <a:lnTo>
                    <a:pt x="155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1982075" y="3035300"/>
              <a:ext cx="104875" cy="103350"/>
            </a:xfrm>
            <a:custGeom>
              <a:rect b="b" l="l" r="r" t="t"/>
              <a:pathLst>
                <a:path extrusionOk="0" h="4134" w="4195">
                  <a:moveTo>
                    <a:pt x="1550" y="0"/>
                  </a:moveTo>
                  <a:lnTo>
                    <a:pt x="1550" y="1520"/>
                  </a:lnTo>
                  <a:lnTo>
                    <a:pt x="0" y="1520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34"/>
                  </a:lnTo>
                  <a:lnTo>
                    <a:pt x="2614" y="4134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14" y="1520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1268525" y="3248825"/>
              <a:ext cx="104900" cy="104875"/>
            </a:xfrm>
            <a:custGeom>
              <a:rect b="b" l="l" r="r" t="t"/>
              <a:pathLst>
                <a:path extrusionOk="0" h="4195" w="4196">
                  <a:moveTo>
                    <a:pt x="1581" y="0"/>
                  </a:moveTo>
                  <a:lnTo>
                    <a:pt x="158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95"/>
                  </a:lnTo>
                  <a:lnTo>
                    <a:pt x="2645" y="4195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45" y="1581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150712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21" y="0"/>
                  </a:moveTo>
                  <a:lnTo>
                    <a:pt x="152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174497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51" y="0"/>
                  </a:moveTo>
                  <a:lnTo>
                    <a:pt x="155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1982075" y="3248825"/>
              <a:ext cx="104875" cy="104875"/>
            </a:xfrm>
            <a:custGeom>
              <a:rect b="b" l="l" r="r" t="t"/>
              <a:pathLst>
                <a:path extrusionOk="0" h="4195" w="4195">
                  <a:moveTo>
                    <a:pt x="1550" y="0"/>
                  </a:moveTo>
                  <a:lnTo>
                    <a:pt x="1550" y="1581"/>
                  </a:lnTo>
                  <a:lnTo>
                    <a:pt x="0" y="1581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95"/>
                  </a:lnTo>
                  <a:lnTo>
                    <a:pt x="2614" y="4195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14" y="1581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28"/>
          <p:cNvGrpSpPr/>
          <p:nvPr/>
        </p:nvGrpSpPr>
        <p:grpSpPr>
          <a:xfrm>
            <a:off x="-294412" y="86625"/>
            <a:ext cx="1007625" cy="1012975"/>
            <a:chOff x="3577850" y="660625"/>
            <a:chExt cx="1007625" cy="1012975"/>
          </a:xfrm>
        </p:grpSpPr>
        <p:sp>
          <p:nvSpPr>
            <p:cNvPr id="852" name="Google Shape;852;p28"/>
            <p:cNvSpPr/>
            <p:nvPr/>
          </p:nvSpPr>
          <p:spPr>
            <a:xfrm>
              <a:off x="3577850" y="660625"/>
              <a:ext cx="1007625" cy="1012975"/>
            </a:xfrm>
            <a:custGeom>
              <a:rect b="b" l="l" r="r" t="t"/>
              <a:pathLst>
                <a:path extrusionOk="0" fill="none" h="40519" w="40305">
                  <a:moveTo>
                    <a:pt x="0" y="19910"/>
                  </a:moveTo>
                  <a:cubicBezTo>
                    <a:pt x="182" y="8816"/>
                    <a:pt x="9362" y="1"/>
                    <a:pt x="20396" y="183"/>
                  </a:cubicBezTo>
                  <a:cubicBezTo>
                    <a:pt x="31490" y="396"/>
                    <a:pt x="40305" y="9545"/>
                    <a:pt x="40122" y="20609"/>
                  </a:cubicBezTo>
                  <a:cubicBezTo>
                    <a:pt x="39940" y="31703"/>
                    <a:pt x="30791" y="40518"/>
                    <a:pt x="19727" y="40305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3741975" y="934200"/>
              <a:ext cx="675575" cy="570700"/>
            </a:xfrm>
            <a:custGeom>
              <a:rect b="b" l="l" r="r" t="t"/>
              <a:pathLst>
                <a:path extrusionOk="0" fill="none" h="22828" w="27023">
                  <a:moveTo>
                    <a:pt x="22858" y="1763"/>
                  </a:moveTo>
                  <a:cubicBezTo>
                    <a:pt x="27022" y="6930"/>
                    <a:pt x="26232" y="14469"/>
                    <a:pt x="21095" y="18663"/>
                  </a:cubicBezTo>
                  <a:cubicBezTo>
                    <a:pt x="15928" y="22827"/>
                    <a:pt x="8359" y="22037"/>
                    <a:pt x="4195" y="16900"/>
                  </a:cubicBezTo>
                  <a:cubicBezTo>
                    <a:pt x="1" y="11794"/>
                    <a:pt x="821" y="4195"/>
                    <a:pt x="5928" y="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6" name="Google Shape;856;p29"/>
          <p:cNvSpPr/>
          <p:nvPr/>
        </p:nvSpPr>
        <p:spPr>
          <a:xfrm>
            <a:off x="-6775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7" name="Google Shape;857;p29"/>
          <p:cNvCxnSpPr/>
          <p:nvPr/>
        </p:nvCxnSpPr>
        <p:spPr>
          <a:xfrm>
            <a:off x="6793492" y="338150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29"/>
          <p:cNvCxnSpPr/>
          <p:nvPr/>
        </p:nvCxnSpPr>
        <p:spPr>
          <a:xfrm>
            <a:off x="6793492" y="539508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" name="Google Shape;859;p29"/>
          <p:cNvGrpSpPr/>
          <p:nvPr/>
        </p:nvGrpSpPr>
        <p:grpSpPr>
          <a:xfrm>
            <a:off x="76490" y="3530364"/>
            <a:ext cx="528705" cy="1528441"/>
            <a:chOff x="76490" y="3530364"/>
            <a:chExt cx="528705" cy="1528441"/>
          </a:xfrm>
        </p:grpSpPr>
        <p:sp>
          <p:nvSpPr>
            <p:cNvPr id="860" name="Google Shape;860;p29"/>
            <p:cNvSpPr/>
            <p:nvPr/>
          </p:nvSpPr>
          <p:spPr>
            <a:xfrm>
              <a:off x="551711" y="5005502"/>
              <a:ext cx="52086" cy="53303"/>
            </a:xfrm>
            <a:custGeom>
              <a:rect b="b" l="l" r="r" t="t"/>
              <a:pathLst>
                <a:path extrusionOk="0" h="1183" w="1156">
                  <a:moveTo>
                    <a:pt x="579" y="0"/>
                  </a:moveTo>
                  <a:cubicBezTo>
                    <a:pt x="578" y="0"/>
                    <a:pt x="578" y="7"/>
                    <a:pt x="578" y="27"/>
                  </a:cubicBezTo>
                  <a:cubicBezTo>
                    <a:pt x="426" y="27"/>
                    <a:pt x="274" y="88"/>
                    <a:pt x="153" y="179"/>
                  </a:cubicBezTo>
                  <a:lnTo>
                    <a:pt x="92" y="240"/>
                  </a:lnTo>
                  <a:cubicBezTo>
                    <a:pt x="62" y="271"/>
                    <a:pt x="62" y="301"/>
                    <a:pt x="62" y="362"/>
                  </a:cubicBezTo>
                  <a:cubicBezTo>
                    <a:pt x="62" y="392"/>
                    <a:pt x="1" y="423"/>
                    <a:pt x="1" y="483"/>
                  </a:cubicBezTo>
                  <a:lnTo>
                    <a:pt x="1" y="575"/>
                  </a:lnTo>
                  <a:lnTo>
                    <a:pt x="1" y="696"/>
                  </a:lnTo>
                  <a:cubicBezTo>
                    <a:pt x="1" y="727"/>
                    <a:pt x="62" y="787"/>
                    <a:pt x="62" y="818"/>
                  </a:cubicBezTo>
                  <a:cubicBezTo>
                    <a:pt x="62" y="848"/>
                    <a:pt x="92" y="879"/>
                    <a:pt x="92" y="939"/>
                  </a:cubicBezTo>
                  <a:cubicBezTo>
                    <a:pt x="122" y="970"/>
                    <a:pt x="122" y="1000"/>
                    <a:pt x="153" y="1000"/>
                  </a:cubicBezTo>
                  <a:cubicBezTo>
                    <a:pt x="274" y="1122"/>
                    <a:pt x="426" y="1183"/>
                    <a:pt x="578" y="1183"/>
                  </a:cubicBezTo>
                  <a:cubicBezTo>
                    <a:pt x="730" y="1183"/>
                    <a:pt x="882" y="1122"/>
                    <a:pt x="1004" y="1031"/>
                  </a:cubicBezTo>
                  <a:cubicBezTo>
                    <a:pt x="1065" y="970"/>
                    <a:pt x="1156" y="848"/>
                    <a:pt x="1156" y="727"/>
                  </a:cubicBezTo>
                  <a:lnTo>
                    <a:pt x="1156" y="666"/>
                  </a:lnTo>
                  <a:lnTo>
                    <a:pt x="1156" y="635"/>
                  </a:lnTo>
                  <a:lnTo>
                    <a:pt x="1156" y="514"/>
                  </a:lnTo>
                  <a:cubicBezTo>
                    <a:pt x="1156" y="483"/>
                    <a:pt x="1156" y="483"/>
                    <a:pt x="1125" y="423"/>
                  </a:cubicBezTo>
                  <a:lnTo>
                    <a:pt x="1125" y="392"/>
                  </a:lnTo>
                  <a:cubicBezTo>
                    <a:pt x="1125" y="362"/>
                    <a:pt x="1065" y="331"/>
                    <a:pt x="1065" y="271"/>
                  </a:cubicBezTo>
                  <a:cubicBezTo>
                    <a:pt x="1034" y="240"/>
                    <a:pt x="1034" y="210"/>
                    <a:pt x="1004" y="210"/>
                  </a:cubicBezTo>
                  <a:cubicBezTo>
                    <a:pt x="973" y="179"/>
                    <a:pt x="882" y="119"/>
                    <a:pt x="852" y="88"/>
                  </a:cubicBezTo>
                  <a:cubicBezTo>
                    <a:pt x="761" y="58"/>
                    <a:pt x="700" y="58"/>
                    <a:pt x="609" y="27"/>
                  </a:cubicBezTo>
                  <a:cubicBezTo>
                    <a:pt x="588" y="27"/>
                    <a:pt x="582" y="0"/>
                    <a:pt x="57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550360" y="4860191"/>
              <a:ext cx="54835" cy="52086"/>
            </a:xfrm>
            <a:custGeom>
              <a:rect b="b" l="l" r="r" t="t"/>
              <a:pathLst>
                <a:path extrusionOk="0" h="1156" w="1217">
                  <a:moveTo>
                    <a:pt x="608" y="0"/>
                  </a:moveTo>
                  <a:cubicBezTo>
                    <a:pt x="456" y="0"/>
                    <a:pt x="304" y="91"/>
                    <a:pt x="183" y="183"/>
                  </a:cubicBezTo>
                  <a:cubicBezTo>
                    <a:pt x="170" y="170"/>
                    <a:pt x="158" y="163"/>
                    <a:pt x="147" y="163"/>
                  </a:cubicBezTo>
                  <a:cubicBezTo>
                    <a:pt x="132" y="163"/>
                    <a:pt x="122" y="177"/>
                    <a:pt x="122" y="213"/>
                  </a:cubicBezTo>
                  <a:cubicBezTo>
                    <a:pt x="92" y="243"/>
                    <a:pt x="92" y="274"/>
                    <a:pt x="92" y="304"/>
                  </a:cubicBezTo>
                  <a:cubicBezTo>
                    <a:pt x="92" y="365"/>
                    <a:pt x="31" y="395"/>
                    <a:pt x="31" y="426"/>
                  </a:cubicBezTo>
                  <a:cubicBezTo>
                    <a:pt x="0" y="608"/>
                    <a:pt x="92" y="821"/>
                    <a:pt x="183" y="973"/>
                  </a:cubicBezTo>
                  <a:cubicBezTo>
                    <a:pt x="304" y="1064"/>
                    <a:pt x="456" y="1155"/>
                    <a:pt x="608" y="1155"/>
                  </a:cubicBezTo>
                  <a:lnTo>
                    <a:pt x="730" y="1155"/>
                  </a:lnTo>
                  <a:cubicBezTo>
                    <a:pt x="760" y="1155"/>
                    <a:pt x="791" y="1155"/>
                    <a:pt x="851" y="1125"/>
                  </a:cubicBezTo>
                  <a:cubicBezTo>
                    <a:pt x="882" y="1125"/>
                    <a:pt x="912" y="1064"/>
                    <a:pt x="943" y="1064"/>
                  </a:cubicBezTo>
                  <a:cubicBezTo>
                    <a:pt x="1003" y="1034"/>
                    <a:pt x="1034" y="1034"/>
                    <a:pt x="1034" y="1003"/>
                  </a:cubicBezTo>
                  <a:cubicBezTo>
                    <a:pt x="1155" y="882"/>
                    <a:pt x="1216" y="730"/>
                    <a:pt x="1216" y="578"/>
                  </a:cubicBezTo>
                  <a:cubicBezTo>
                    <a:pt x="1216" y="426"/>
                    <a:pt x="1155" y="274"/>
                    <a:pt x="1034" y="152"/>
                  </a:cubicBezTo>
                  <a:lnTo>
                    <a:pt x="943" y="91"/>
                  </a:lnTo>
                  <a:cubicBezTo>
                    <a:pt x="912" y="31"/>
                    <a:pt x="882" y="31"/>
                    <a:pt x="851" y="31"/>
                  </a:cubicBezTo>
                  <a:cubicBezTo>
                    <a:pt x="791" y="31"/>
                    <a:pt x="760" y="0"/>
                    <a:pt x="730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235363" y="4709519"/>
              <a:ext cx="53438" cy="53483"/>
            </a:xfrm>
            <a:custGeom>
              <a:rect b="b" l="l" r="r" t="t"/>
              <a:pathLst>
                <a:path extrusionOk="0" h="1187" w="1186">
                  <a:moveTo>
                    <a:pt x="578" y="1"/>
                  </a:moveTo>
                  <a:cubicBezTo>
                    <a:pt x="304" y="1"/>
                    <a:pt x="92" y="213"/>
                    <a:pt x="0" y="457"/>
                  </a:cubicBezTo>
                  <a:lnTo>
                    <a:pt x="0" y="578"/>
                  </a:lnTo>
                  <a:cubicBezTo>
                    <a:pt x="0" y="912"/>
                    <a:pt x="274" y="1186"/>
                    <a:pt x="608" y="1186"/>
                  </a:cubicBezTo>
                  <a:lnTo>
                    <a:pt x="639" y="1186"/>
                  </a:lnTo>
                  <a:cubicBezTo>
                    <a:pt x="912" y="1186"/>
                    <a:pt x="1155" y="973"/>
                    <a:pt x="1186" y="730"/>
                  </a:cubicBezTo>
                  <a:lnTo>
                    <a:pt x="1186" y="609"/>
                  </a:lnTo>
                  <a:cubicBezTo>
                    <a:pt x="1186" y="274"/>
                    <a:pt x="912" y="1"/>
                    <a:pt x="57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392839" y="4709519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548963" y="4709519"/>
              <a:ext cx="56232" cy="54835"/>
            </a:xfrm>
            <a:custGeom>
              <a:rect b="b" l="l" r="r" t="t"/>
              <a:pathLst>
                <a:path extrusionOk="0" h="1217" w="1248">
                  <a:moveTo>
                    <a:pt x="639" y="1"/>
                  </a:moveTo>
                  <a:cubicBezTo>
                    <a:pt x="487" y="1"/>
                    <a:pt x="335" y="92"/>
                    <a:pt x="214" y="183"/>
                  </a:cubicBezTo>
                  <a:cubicBezTo>
                    <a:pt x="1" y="426"/>
                    <a:pt x="1" y="791"/>
                    <a:pt x="214" y="1034"/>
                  </a:cubicBezTo>
                  <a:cubicBezTo>
                    <a:pt x="335" y="1156"/>
                    <a:pt x="487" y="1216"/>
                    <a:pt x="639" y="1216"/>
                  </a:cubicBezTo>
                  <a:cubicBezTo>
                    <a:pt x="791" y="1216"/>
                    <a:pt x="943" y="1156"/>
                    <a:pt x="1065" y="1034"/>
                  </a:cubicBezTo>
                  <a:cubicBezTo>
                    <a:pt x="1186" y="912"/>
                    <a:pt x="1247" y="761"/>
                    <a:pt x="1247" y="609"/>
                  </a:cubicBezTo>
                  <a:cubicBezTo>
                    <a:pt x="1247" y="457"/>
                    <a:pt x="1186" y="305"/>
                    <a:pt x="1065" y="183"/>
                  </a:cubicBezTo>
                  <a:cubicBezTo>
                    <a:pt x="943" y="92"/>
                    <a:pt x="791" y="1"/>
                    <a:pt x="63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233966" y="456299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43"/>
                    <a:pt x="27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392839" y="456299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548963" y="4564344"/>
              <a:ext cx="56232" cy="53483"/>
            </a:xfrm>
            <a:custGeom>
              <a:rect b="b" l="l" r="r" t="t"/>
              <a:pathLst>
                <a:path extrusionOk="0" h="1187" w="1248">
                  <a:moveTo>
                    <a:pt x="639" y="1"/>
                  </a:moveTo>
                  <a:cubicBezTo>
                    <a:pt x="487" y="1"/>
                    <a:pt x="335" y="61"/>
                    <a:pt x="214" y="183"/>
                  </a:cubicBezTo>
                  <a:cubicBezTo>
                    <a:pt x="1" y="396"/>
                    <a:pt x="1" y="761"/>
                    <a:pt x="214" y="973"/>
                  </a:cubicBezTo>
                  <a:cubicBezTo>
                    <a:pt x="335" y="1095"/>
                    <a:pt x="487" y="1186"/>
                    <a:pt x="639" y="1186"/>
                  </a:cubicBezTo>
                  <a:lnTo>
                    <a:pt x="761" y="1186"/>
                  </a:lnTo>
                  <a:cubicBezTo>
                    <a:pt x="791" y="1186"/>
                    <a:pt x="822" y="1125"/>
                    <a:pt x="882" y="1125"/>
                  </a:cubicBezTo>
                  <a:cubicBezTo>
                    <a:pt x="913" y="1125"/>
                    <a:pt x="943" y="1095"/>
                    <a:pt x="974" y="1095"/>
                  </a:cubicBezTo>
                  <a:cubicBezTo>
                    <a:pt x="1034" y="1065"/>
                    <a:pt x="1065" y="1065"/>
                    <a:pt x="1065" y="1034"/>
                  </a:cubicBezTo>
                  <a:cubicBezTo>
                    <a:pt x="1186" y="913"/>
                    <a:pt x="1247" y="761"/>
                    <a:pt x="1247" y="609"/>
                  </a:cubicBezTo>
                  <a:cubicBezTo>
                    <a:pt x="1247" y="457"/>
                    <a:pt x="1186" y="305"/>
                    <a:pt x="1065" y="183"/>
                  </a:cubicBezTo>
                  <a:cubicBezTo>
                    <a:pt x="943" y="61"/>
                    <a:pt x="791" y="1"/>
                    <a:pt x="63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392839" y="4415068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76490" y="4415068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1"/>
                  </a:moveTo>
                  <a:cubicBezTo>
                    <a:pt x="274" y="1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1"/>
                    <a:pt x="60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233966" y="4415068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5" y="1"/>
                    <a:pt x="1" y="274"/>
                    <a:pt x="1" y="608"/>
                  </a:cubicBezTo>
                  <a:cubicBezTo>
                    <a:pt x="1" y="943"/>
                    <a:pt x="27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548963" y="4415068"/>
              <a:ext cx="56232" cy="54835"/>
            </a:xfrm>
            <a:custGeom>
              <a:rect b="b" l="l" r="r" t="t"/>
              <a:pathLst>
                <a:path extrusionOk="0" h="1217" w="1248">
                  <a:moveTo>
                    <a:pt x="639" y="1"/>
                  </a:moveTo>
                  <a:cubicBezTo>
                    <a:pt x="487" y="1"/>
                    <a:pt x="335" y="92"/>
                    <a:pt x="214" y="183"/>
                  </a:cubicBezTo>
                  <a:cubicBezTo>
                    <a:pt x="1" y="396"/>
                    <a:pt x="1" y="821"/>
                    <a:pt x="214" y="1034"/>
                  </a:cubicBezTo>
                  <a:cubicBezTo>
                    <a:pt x="335" y="1156"/>
                    <a:pt x="487" y="1216"/>
                    <a:pt x="639" y="1216"/>
                  </a:cubicBezTo>
                  <a:cubicBezTo>
                    <a:pt x="791" y="1216"/>
                    <a:pt x="943" y="1156"/>
                    <a:pt x="1065" y="1034"/>
                  </a:cubicBezTo>
                  <a:cubicBezTo>
                    <a:pt x="1186" y="912"/>
                    <a:pt x="1247" y="760"/>
                    <a:pt x="1247" y="608"/>
                  </a:cubicBezTo>
                  <a:cubicBezTo>
                    <a:pt x="1247" y="457"/>
                    <a:pt x="1186" y="305"/>
                    <a:pt x="1065" y="183"/>
                  </a:cubicBezTo>
                  <a:cubicBezTo>
                    <a:pt x="943" y="92"/>
                    <a:pt x="791" y="1"/>
                    <a:pt x="63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233966" y="4268541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43"/>
                    <a:pt x="275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76490" y="4268541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392839" y="4268541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943" y="1216"/>
                    <a:pt x="1217" y="94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548963" y="4268541"/>
              <a:ext cx="56232" cy="54835"/>
            </a:xfrm>
            <a:custGeom>
              <a:rect b="b" l="l" r="r" t="t"/>
              <a:pathLst>
                <a:path extrusionOk="0" h="1217" w="1248">
                  <a:moveTo>
                    <a:pt x="670" y="0"/>
                  </a:moveTo>
                  <a:cubicBezTo>
                    <a:pt x="518" y="0"/>
                    <a:pt x="366" y="61"/>
                    <a:pt x="275" y="183"/>
                  </a:cubicBezTo>
                  <a:cubicBezTo>
                    <a:pt x="1" y="365"/>
                    <a:pt x="1" y="791"/>
                    <a:pt x="214" y="1034"/>
                  </a:cubicBezTo>
                  <a:cubicBezTo>
                    <a:pt x="335" y="1125"/>
                    <a:pt x="487" y="1216"/>
                    <a:pt x="639" y="1216"/>
                  </a:cubicBezTo>
                  <a:cubicBezTo>
                    <a:pt x="791" y="1216"/>
                    <a:pt x="943" y="1125"/>
                    <a:pt x="1065" y="1034"/>
                  </a:cubicBezTo>
                  <a:cubicBezTo>
                    <a:pt x="1186" y="912"/>
                    <a:pt x="1247" y="760"/>
                    <a:pt x="1247" y="608"/>
                  </a:cubicBezTo>
                  <a:cubicBezTo>
                    <a:pt x="1247" y="517"/>
                    <a:pt x="1247" y="456"/>
                    <a:pt x="1217" y="365"/>
                  </a:cubicBezTo>
                  <a:cubicBezTo>
                    <a:pt x="1186" y="304"/>
                    <a:pt x="1126" y="213"/>
                    <a:pt x="1095" y="183"/>
                  </a:cubicBezTo>
                  <a:cubicBezTo>
                    <a:pt x="974" y="61"/>
                    <a:pt x="822" y="0"/>
                    <a:pt x="670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392839" y="4119266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233966" y="4119266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42"/>
                    <a:pt x="275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76490" y="4119266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43" y="1216"/>
                    <a:pt x="1216" y="942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550360" y="4120617"/>
              <a:ext cx="54835" cy="53438"/>
            </a:xfrm>
            <a:custGeom>
              <a:rect b="b" l="l" r="r" t="t"/>
              <a:pathLst>
                <a:path extrusionOk="0" h="1186" w="1217">
                  <a:moveTo>
                    <a:pt x="608" y="1"/>
                  </a:moveTo>
                  <a:cubicBezTo>
                    <a:pt x="456" y="1"/>
                    <a:pt x="304" y="92"/>
                    <a:pt x="183" y="183"/>
                  </a:cubicBezTo>
                  <a:cubicBezTo>
                    <a:pt x="31" y="304"/>
                    <a:pt x="0" y="517"/>
                    <a:pt x="31" y="700"/>
                  </a:cubicBezTo>
                  <a:cubicBezTo>
                    <a:pt x="31" y="730"/>
                    <a:pt x="31" y="760"/>
                    <a:pt x="92" y="821"/>
                  </a:cubicBezTo>
                  <a:cubicBezTo>
                    <a:pt x="92" y="852"/>
                    <a:pt x="122" y="882"/>
                    <a:pt x="122" y="912"/>
                  </a:cubicBezTo>
                  <a:cubicBezTo>
                    <a:pt x="152" y="973"/>
                    <a:pt x="152" y="1004"/>
                    <a:pt x="183" y="1004"/>
                  </a:cubicBezTo>
                  <a:cubicBezTo>
                    <a:pt x="304" y="1125"/>
                    <a:pt x="456" y="1186"/>
                    <a:pt x="608" y="1186"/>
                  </a:cubicBezTo>
                  <a:cubicBezTo>
                    <a:pt x="760" y="1186"/>
                    <a:pt x="912" y="1125"/>
                    <a:pt x="1034" y="1004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53"/>
                  </a:cubicBezTo>
                  <a:lnTo>
                    <a:pt x="943" y="92"/>
                  </a:lnTo>
                  <a:cubicBezTo>
                    <a:pt x="912" y="31"/>
                    <a:pt x="882" y="31"/>
                    <a:pt x="821" y="31"/>
                  </a:cubicBezTo>
                  <a:cubicBezTo>
                    <a:pt x="791" y="31"/>
                    <a:pt x="760" y="1"/>
                    <a:pt x="73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233966" y="397134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73"/>
                    <a:pt x="275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76490" y="397134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73"/>
                    <a:pt x="274" y="1216"/>
                    <a:pt x="608" y="1216"/>
                  </a:cubicBezTo>
                  <a:cubicBezTo>
                    <a:pt x="943" y="1216"/>
                    <a:pt x="1216" y="97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392839" y="397134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cubicBezTo>
                    <a:pt x="943" y="1216"/>
                    <a:pt x="1217" y="973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550360" y="3974090"/>
              <a:ext cx="54835" cy="53438"/>
            </a:xfrm>
            <a:custGeom>
              <a:rect b="b" l="l" r="r" t="t"/>
              <a:pathLst>
                <a:path extrusionOk="0" h="1186" w="1217">
                  <a:moveTo>
                    <a:pt x="608" y="0"/>
                  </a:moveTo>
                  <a:cubicBezTo>
                    <a:pt x="456" y="0"/>
                    <a:pt x="304" y="61"/>
                    <a:pt x="183" y="183"/>
                  </a:cubicBezTo>
                  <a:cubicBezTo>
                    <a:pt x="31" y="304"/>
                    <a:pt x="0" y="487"/>
                    <a:pt x="31" y="669"/>
                  </a:cubicBezTo>
                  <a:cubicBezTo>
                    <a:pt x="31" y="730"/>
                    <a:pt x="31" y="760"/>
                    <a:pt x="92" y="790"/>
                  </a:cubicBezTo>
                  <a:cubicBezTo>
                    <a:pt x="92" y="821"/>
                    <a:pt x="122" y="882"/>
                    <a:pt x="122" y="912"/>
                  </a:cubicBezTo>
                  <a:cubicBezTo>
                    <a:pt x="152" y="942"/>
                    <a:pt x="152" y="973"/>
                    <a:pt x="183" y="973"/>
                  </a:cubicBezTo>
                  <a:cubicBezTo>
                    <a:pt x="304" y="1094"/>
                    <a:pt x="456" y="1186"/>
                    <a:pt x="608" y="1186"/>
                  </a:cubicBezTo>
                  <a:cubicBezTo>
                    <a:pt x="760" y="1186"/>
                    <a:pt x="912" y="1094"/>
                    <a:pt x="1034" y="973"/>
                  </a:cubicBezTo>
                  <a:cubicBezTo>
                    <a:pt x="1125" y="882"/>
                    <a:pt x="1216" y="730"/>
                    <a:pt x="1216" y="578"/>
                  </a:cubicBezTo>
                  <a:cubicBezTo>
                    <a:pt x="1216" y="426"/>
                    <a:pt x="1125" y="274"/>
                    <a:pt x="1034" y="152"/>
                  </a:cubicBezTo>
                  <a:lnTo>
                    <a:pt x="943" y="61"/>
                  </a:lnTo>
                  <a:cubicBezTo>
                    <a:pt x="912" y="31"/>
                    <a:pt x="882" y="31"/>
                    <a:pt x="821" y="31"/>
                  </a:cubicBezTo>
                  <a:cubicBezTo>
                    <a:pt x="791" y="31"/>
                    <a:pt x="760" y="0"/>
                    <a:pt x="730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392839" y="3824815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233966" y="3824815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42"/>
                    <a:pt x="275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76490" y="3824815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43" y="1216"/>
                    <a:pt x="1216" y="942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548963" y="3824815"/>
              <a:ext cx="56232" cy="54790"/>
            </a:xfrm>
            <a:custGeom>
              <a:rect b="b" l="l" r="r" t="t"/>
              <a:pathLst>
                <a:path extrusionOk="0" h="1216" w="1248">
                  <a:moveTo>
                    <a:pt x="639" y="0"/>
                  </a:moveTo>
                  <a:cubicBezTo>
                    <a:pt x="487" y="0"/>
                    <a:pt x="335" y="91"/>
                    <a:pt x="214" y="182"/>
                  </a:cubicBezTo>
                  <a:cubicBezTo>
                    <a:pt x="1" y="426"/>
                    <a:pt x="1" y="790"/>
                    <a:pt x="214" y="1034"/>
                  </a:cubicBezTo>
                  <a:cubicBezTo>
                    <a:pt x="335" y="1155"/>
                    <a:pt x="487" y="1216"/>
                    <a:pt x="639" y="1216"/>
                  </a:cubicBezTo>
                  <a:cubicBezTo>
                    <a:pt x="791" y="1216"/>
                    <a:pt x="943" y="1155"/>
                    <a:pt x="1065" y="1034"/>
                  </a:cubicBezTo>
                  <a:cubicBezTo>
                    <a:pt x="1186" y="912"/>
                    <a:pt x="1247" y="760"/>
                    <a:pt x="1247" y="608"/>
                  </a:cubicBezTo>
                  <a:cubicBezTo>
                    <a:pt x="1247" y="456"/>
                    <a:pt x="1186" y="304"/>
                    <a:pt x="1065" y="182"/>
                  </a:cubicBezTo>
                  <a:cubicBezTo>
                    <a:pt x="943" y="91"/>
                    <a:pt x="791" y="0"/>
                    <a:pt x="63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392839" y="3678243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4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4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233966" y="3678243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5" y="1"/>
                    <a:pt x="1" y="244"/>
                    <a:pt x="1" y="609"/>
                  </a:cubicBezTo>
                  <a:cubicBezTo>
                    <a:pt x="1" y="943"/>
                    <a:pt x="27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4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76490" y="3678243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1"/>
                  </a:moveTo>
                  <a:cubicBezTo>
                    <a:pt x="274" y="1"/>
                    <a:pt x="0" y="244"/>
                    <a:pt x="0" y="609"/>
                  </a:cubicBezTo>
                  <a:cubicBezTo>
                    <a:pt x="0" y="943"/>
                    <a:pt x="274" y="1217"/>
                    <a:pt x="608" y="1217"/>
                  </a:cubicBezTo>
                  <a:cubicBezTo>
                    <a:pt x="943" y="1217"/>
                    <a:pt x="1216" y="943"/>
                    <a:pt x="1216" y="609"/>
                  </a:cubicBezTo>
                  <a:cubicBezTo>
                    <a:pt x="1216" y="244"/>
                    <a:pt x="943" y="1"/>
                    <a:pt x="60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548963" y="3675494"/>
              <a:ext cx="56232" cy="54835"/>
            </a:xfrm>
            <a:custGeom>
              <a:rect b="b" l="l" r="r" t="t"/>
              <a:pathLst>
                <a:path extrusionOk="0" h="1217" w="1248">
                  <a:moveTo>
                    <a:pt x="578" y="1"/>
                  </a:moveTo>
                  <a:cubicBezTo>
                    <a:pt x="487" y="92"/>
                    <a:pt x="457" y="92"/>
                    <a:pt x="427" y="123"/>
                  </a:cubicBezTo>
                  <a:cubicBezTo>
                    <a:pt x="366" y="123"/>
                    <a:pt x="335" y="153"/>
                    <a:pt x="305" y="153"/>
                  </a:cubicBezTo>
                  <a:cubicBezTo>
                    <a:pt x="275" y="183"/>
                    <a:pt x="214" y="183"/>
                    <a:pt x="214" y="244"/>
                  </a:cubicBezTo>
                  <a:cubicBezTo>
                    <a:pt x="1" y="457"/>
                    <a:pt x="1" y="852"/>
                    <a:pt x="214" y="1065"/>
                  </a:cubicBezTo>
                  <a:lnTo>
                    <a:pt x="305" y="1156"/>
                  </a:lnTo>
                  <a:cubicBezTo>
                    <a:pt x="335" y="1186"/>
                    <a:pt x="366" y="1186"/>
                    <a:pt x="427" y="1186"/>
                  </a:cubicBezTo>
                  <a:cubicBezTo>
                    <a:pt x="457" y="1186"/>
                    <a:pt x="487" y="1217"/>
                    <a:pt x="518" y="1217"/>
                  </a:cubicBezTo>
                  <a:lnTo>
                    <a:pt x="639" y="1217"/>
                  </a:lnTo>
                  <a:cubicBezTo>
                    <a:pt x="791" y="1217"/>
                    <a:pt x="943" y="1156"/>
                    <a:pt x="1065" y="1034"/>
                  </a:cubicBezTo>
                  <a:cubicBezTo>
                    <a:pt x="1186" y="913"/>
                    <a:pt x="1247" y="761"/>
                    <a:pt x="1247" y="609"/>
                  </a:cubicBezTo>
                  <a:lnTo>
                    <a:pt x="1247" y="487"/>
                  </a:lnTo>
                  <a:cubicBezTo>
                    <a:pt x="1247" y="457"/>
                    <a:pt x="1247" y="427"/>
                    <a:pt x="1217" y="396"/>
                  </a:cubicBezTo>
                  <a:cubicBezTo>
                    <a:pt x="1217" y="335"/>
                    <a:pt x="1186" y="305"/>
                    <a:pt x="1186" y="275"/>
                  </a:cubicBezTo>
                  <a:cubicBezTo>
                    <a:pt x="1126" y="244"/>
                    <a:pt x="1126" y="183"/>
                    <a:pt x="1095" y="183"/>
                  </a:cubicBezTo>
                  <a:cubicBezTo>
                    <a:pt x="974" y="92"/>
                    <a:pt x="822" y="1"/>
                    <a:pt x="67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392839" y="3530364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233966" y="3530364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9" y="0"/>
                  </a:moveTo>
                  <a:cubicBezTo>
                    <a:pt x="275" y="0"/>
                    <a:pt x="1" y="274"/>
                    <a:pt x="1" y="608"/>
                  </a:cubicBezTo>
                  <a:cubicBezTo>
                    <a:pt x="1" y="942"/>
                    <a:pt x="275" y="1216"/>
                    <a:pt x="609" y="1216"/>
                  </a:cubicBezTo>
                  <a:cubicBezTo>
                    <a:pt x="943" y="1216"/>
                    <a:pt x="1217" y="942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76490" y="3530364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2"/>
                    <a:pt x="274" y="1216"/>
                    <a:pt x="608" y="1216"/>
                  </a:cubicBezTo>
                  <a:cubicBezTo>
                    <a:pt x="943" y="1216"/>
                    <a:pt x="1216" y="942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550360" y="3530364"/>
              <a:ext cx="54835" cy="54790"/>
            </a:xfrm>
            <a:custGeom>
              <a:rect b="b" l="l" r="r" t="t"/>
              <a:pathLst>
                <a:path extrusionOk="0" h="1216" w="1217">
                  <a:moveTo>
                    <a:pt x="547" y="0"/>
                  </a:moveTo>
                  <a:cubicBezTo>
                    <a:pt x="456" y="30"/>
                    <a:pt x="426" y="30"/>
                    <a:pt x="396" y="91"/>
                  </a:cubicBezTo>
                  <a:cubicBezTo>
                    <a:pt x="335" y="91"/>
                    <a:pt x="304" y="122"/>
                    <a:pt x="274" y="122"/>
                  </a:cubicBezTo>
                  <a:cubicBezTo>
                    <a:pt x="244" y="152"/>
                    <a:pt x="183" y="152"/>
                    <a:pt x="183" y="182"/>
                  </a:cubicBezTo>
                  <a:lnTo>
                    <a:pt x="122" y="274"/>
                  </a:lnTo>
                  <a:cubicBezTo>
                    <a:pt x="92" y="304"/>
                    <a:pt x="92" y="334"/>
                    <a:pt x="92" y="365"/>
                  </a:cubicBezTo>
                  <a:cubicBezTo>
                    <a:pt x="92" y="426"/>
                    <a:pt x="31" y="456"/>
                    <a:pt x="31" y="486"/>
                  </a:cubicBezTo>
                  <a:cubicBezTo>
                    <a:pt x="0" y="699"/>
                    <a:pt x="92" y="882"/>
                    <a:pt x="183" y="1033"/>
                  </a:cubicBezTo>
                  <a:cubicBezTo>
                    <a:pt x="304" y="1155"/>
                    <a:pt x="456" y="1216"/>
                    <a:pt x="608" y="1216"/>
                  </a:cubicBezTo>
                  <a:cubicBezTo>
                    <a:pt x="760" y="1216"/>
                    <a:pt x="912" y="1155"/>
                    <a:pt x="1034" y="1033"/>
                  </a:cubicBezTo>
                  <a:cubicBezTo>
                    <a:pt x="1155" y="912"/>
                    <a:pt x="1216" y="760"/>
                    <a:pt x="1216" y="608"/>
                  </a:cubicBezTo>
                  <a:cubicBezTo>
                    <a:pt x="1216" y="547"/>
                    <a:pt x="1216" y="456"/>
                    <a:pt x="1186" y="395"/>
                  </a:cubicBezTo>
                  <a:cubicBezTo>
                    <a:pt x="1155" y="304"/>
                    <a:pt x="1095" y="243"/>
                    <a:pt x="1064" y="182"/>
                  </a:cubicBezTo>
                  <a:cubicBezTo>
                    <a:pt x="943" y="91"/>
                    <a:pt x="791" y="0"/>
                    <a:pt x="63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9"/>
            <p:cNvSpPr/>
            <p:nvPr/>
          </p:nvSpPr>
          <p:spPr>
            <a:xfrm>
              <a:off x="76490" y="4562992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0"/>
                  </a:moveTo>
                  <a:cubicBezTo>
                    <a:pt x="335" y="0"/>
                    <a:pt x="122" y="183"/>
                    <a:pt x="31" y="426"/>
                  </a:cubicBezTo>
                  <a:cubicBezTo>
                    <a:pt x="31" y="456"/>
                    <a:pt x="0" y="517"/>
                    <a:pt x="0" y="608"/>
                  </a:cubicBezTo>
                  <a:cubicBezTo>
                    <a:pt x="0" y="943"/>
                    <a:pt x="244" y="1216"/>
                    <a:pt x="608" y="1216"/>
                  </a:cubicBezTo>
                  <a:cubicBezTo>
                    <a:pt x="852" y="1216"/>
                    <a:pt x="1095" y="1034"/>
                    <a:pt x="1155" y="791"/>
                  </a:cubicBezTo>
                  <a:cubicBezTo>
                    <a:pt x="1155" y="760"/>
                    <a:pt x="1216" y="669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9"/>
            <p:cNvSpPr/>
            <p:nvPr/>
          </p:nvSpPr>
          <p:spPr>
            <a:xfrm>
              <a:off x="76490" y="4710780"/>
              <a:ext cx="54835" cy="53573"/>
            </a:xfrm>
            <a:custGeom>
              <a:rect b="b" l="l" r="r" t="t"/>
              <a:pathLst>
                <a:path extrusionOk="0" h="1189" w="1217">
                  <a:moveTo>
                    <a:pt x="558" y="1"/>
                  </a:moveTo>
                  <a:cubicBezTo>
                    <a:pt x="247" y="1"/>
                    <a:pt x="0" y="263"/>
                    <a:pt x="0" y="581"/>
                  </a:cubicBezTo>
                  <a:cubicBezTo>
                    <a:pt x="0" y="915"/>
                    <a:pt x="244" y="1188"/>
                    <a:pt x="608" y="1188"/>
                  </a:cubicBezTo>
                  <a:cubicBezTo>
                    <a:pt x="943" y="1188"/>
                    <a:pt x="1216" y="945"/>
                    <a:pt x="1216" y="581"/>
                  </a:cubicBezTo>
                  <a:cubicBezTo>
                    <a:pt x="1216" y="246"/>
                    <a:pt x="943" y="3"/>
                    <a:pt x="608" y="3"/>
                  </a:cubicBezTo>
                  <a:cubicBezTo>
                    <a:pt x="591" y="1"/>
                    <a:pt x="574" y="1"/>
                    <a:pt x="55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9"/>
            <p:cNvSpPr/>
            <p:nvPr/>
          </p:nvSpPr>
          <p:spPr>
            <a:xfrm>
              <a:off x="76490" y="4857443"/>
              <a:ext cx="52086" cy="54835"/>
            </a:xfrm>
            <a:custGeom>
              <a:rect b="b" l="l" r="r" t="t"/>
              <a:pathLst>
                <a:path extrusionOk="0" h="1217" w="1156">
                  <a:moveTo>
                    <a:pt x="57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44" y="1216"/>
                    <a:pt x="578" y="1216"/>
                  </a:cubicBezTo>
                  <a:cubicBezTo>
                    <a:pt x="912" y="1216"/>
                    <a:pt x="1155" y="943"/>
                    <a:pt x="1155" y="608"/>
                  </a:cubicBezTo>
                  <a:cubicBezTo>
                    <a:pt x="1155" y="274"/>
                    <a:pt x="912" y="0"/>
                    <a:pt x="57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9"/>
            <p:cNvSpPr/>
            <p:nvPr/>
          </p:nvSpPr>
          <p:spPr>
            <a:xfrm>
              <a:off x="392839" y="4857443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0"/>
                  </a:moveTo>
                  <a:cubicBezTo>
                    <a:pt x="335" y="0"/>
                    <a:pt x="122" y="183"/>
                    <a:pt x="31" y="426"/>
                  </a:cubicBezTo>
                  <a:cubicBezTo>
                    <a:pt x="31" y="456"/>
                    <a:pt x="1" y="517"/>
                    <a:pt x="1" y="608"/>
                  </a:cubicBezTo>
                  <a:cubicBezTo>
                    <a:pt x="1" y="943"/>
                    <a:pt x="274" y="1216"/>
                    <a:pt x="609" y="1216"/>
                  </a:cubicBezTo>
                  <a:cubicBezTo>
                    <a:pt x="882" y="1216"/>
                    <a:pt x="1095" y="1034"/>
                    <a:pt x="1186" y="791"/>
                  </a:cubicBezTo>
                  <a:cubicBezTo>
                    <a:pt x="1186" y="760"/>
                    <a:pt x="1217" y="669"/>
                    <a:pt x="1217" y="608"/>
                  </a:cubicBezTo>
                  <a:cubicBezTo>
                    <a:pt x="1217" y="274"/>
                    <a:pt x="943" y="0"/>
                    <a:pt x="609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9"/>
            <p:cNvSpPr/>
            <p:nvPr/>
          </p:nvSpPr>
          <p:spPr>
            <a:xfrm>
              <a:off x="235363" y="4857443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8" y="0"/>
                  </a:moveTo>
                  <a:cubicBezTo>
                    <a:pt x="274" y="0"/>
                    <a:pt x="0" y="274"/>
                    <a:pt x="0" y="608"/>
                  </a:cubicBezTo>
                  <a:cubicBezTo>
                    <a:pt x="0" y="943"/>
                    <a:pt x="274" y="1216"/>
                    <a:pt x="608" y="1216"/>
                  </a:cubicBezTo>
                  <a:cubicBezTo>
                    <a:pt x="943" y="1216"/>
                    <a:pt x="1216" y="943"/>
                    <a:pt x="1216" y="608"/>
                  </a:cubicBezTo>
                  <a:cubicBezTo>
                    <a:pt x="1216" y="274"/>
                    <a:pt x="943" y="0"/>
                    <a:pt x="60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9"/>
            <p:cNvSpPr/>
            <p:nvPr/>
          </p:nvSpPr>
          <p:spPr>
            <a:xfrm>
              <a:off x="392839" y="5003970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73"/>
                    <a:pt x="274" y="1217"/>
                    <a:pt x="609" y="1217"/>
                  </a:cubicBezTo>
                  <a:cubicBezTo>
                    <a:pt x="943" y="1217"/>
                    <a:pt x="1217" y="97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9"/>
            <p:cNvSpPr/>
            <p:nvPr/>
          </p:nvSpPr>
          <p:spPr>
            <a:xfrm>
              <a:off x="233966" y="5003970"/>
              <a:ext cx="54835" cy="54835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5" y="1"/>
                    <a:pt x="1" y="274"/>
                    <a:pt x="1" y="609"/>
                  </a:cubicBezTo>
                  <a:cubicBezTo>
                    <a:pt x="1" y="943"/>
                    <a:pt x="275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9"/>
            <p:cNvSpPr/>
            <p:nvPr/>
          </p:nvSpPr>
          <p:spPr>
            <a:xfrm>
              <a:off x="76490" y="5003970"/>
              <a:ext cx="52086" cy="54835"/>
            </a:xfrm>
            <a:custGeom>
              <a:rect b="b" l="l" r="r" t="t"/>
              <a:pathLst>
                <a:path extrusionOk="0" h="1217" w="1156">
                  <a:moveTo>
                    <a:pt x="578" y="1"/>
                  </a:moveTo>
                  <a:cubicBezTo>
                    <a:pt x="274" y="1"/>
                    <a:pt x="0" y="274"/>
                    <a:pt x="0" y="609"/>
                  </a:cubicBezTo>
                  <a:cubicBezTo>
                    <a:pt x="0" y="973"/>
                    <a:pt x="244" y="1217"/>
                    <a:pt x="578" y="1217"/>
                  </a:cubicBezTo>
                  <a:cubicBezTo>
                    <a:pt x="912" y="1217"/>
                    <a:pt x="1155" y="973"/>
                    <a:pt x="1155" y="609"/>
                  </a:cubicBezTo>
                  <a:cubicBezTo>
                    <a:pt x="1155" y="274"/>
                    <a:pt x="912" y="1"/>
                    <a:pt x="57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04" name="Google Shape;904;p29"/>
          <p:cNvCxnSpPr/>
          <p:nvPr/>
        </p:nvCxnSpPr>
        <p:spPr>
          <a:xfrm>
            <a:off x="6793492" y="136792"/>
            <a:ext cx="23505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7" name="Google Shape;907;p30"/>
          <p:cNvSpPr txBox="1"/>
          <p:nvPr>
            <p:ph idx="1" type="body"/>
          </p:nvPr>
        </p:nvSpPr>
        <p:spPr>
          <a:xfrm>
            <a:off x="720000" y="121575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8" name="Google Shape;908;p30"/>
          <p:cNvSpPr txBox="1"/>
          <p:nvPr>
            <p:ph idx="2" type="body"/>
          </p:nvPr>
        </p:nvSpPr>
        <p:spPr>
          <a:xfrm>
            <a:off x="713225" y="2087650"/>
            <a:ext cx="3706200" cy="25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9" name="Google Shape;909;p30"/>
          <p:cNvSpPr txBox="1"/>
          <p:nvPr>
            <p:ph idx="3" type="body"/>
          </p:nvPr>
        </p:nvSpPr>
        <p:spPr>
          <a:xfrm>
            <a:off x="4717625" y="2087650"/>
            <a:ext cx="3706200" cy="25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10" name="Google Shape;910;p30"/>
          <p:cNvSpPr/>
          <p:nvPr/>
        </p:nvSpPr>
        <p:spPr>
          <a:xfrm>
            <a:off x="0" y="4078825"/>
            <a:ext cx="9144000" cy="10647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1" name="Google Shape;911;p30"/>
          <p:cNvGrpSpPr/>
          <p:nvPr/>
        </p:nvGrpSpPr>
        <p:grpSpPr>
          <a:xfrm>
            <a:off x="146628" y="4286120"/>
            <a:ext cx="1901119" cy="739611"/>
            <a:chOff x="1268525" y="3035300"/>
            <a:chExt cx="818425" cy="318400"/>
          </a:xfrm>
        </p:grpSpPr>
        <p:sp>
          <p:nvSpPr>
            <p:cNvPr id="912" name="Google Shape;912;p30"/>
            <p:cNvSpPr/>
            <p:nvPr/>
          </p:nvSpPr>
          <p:spPr>
            <a:xfrm>
              <a:off x="1268525" y="3035300"/>
              <a:ext cx="104900" cy="103350"/>
            </a:xfrm>
            <a:custGeom>
              <a:rect b="b" l="l" r="r" t="t"/>
              <a:pathLst>
                <a:path extrusionOk="0" h="4134" w="4196">
                  <a:moveTo>
                    <a:pt x="1581" y="0"/>
                  </a:moveTo>
                  <a:lnTo>
                    <a:pt x="158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34"/>
                  </a:lnTo>
                  <a:lnTo>
                    <a:pt x="2645" y="4134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45" y="1520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150712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21" y="0"/>
                  </a:moveTo>
                  <a:lnTo>
                    <a:pt x="152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1744975" y="3035300"/>
              <a:ext cx="103375" cy="103350"/>
            </a:xfrm>
            <a:custGeom>
              <a:rect b="b" l="l" r="r" t="t"/>
              <a:pathLst>
                <a:path extrusionOk="0" h="4134" w="4135">
                  <a:moveTo>
                    <a:pt x="1551" y="0"/>
                  </a:moveTo>
                  <a:lnTo>
                    <a:pt x="1551" y="1520"/>
                  </a:lnTo>
                  <a:lnTo>
                    <a:pt x="1" y="1520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34"/>
                  </a:lnTo>
                  <a:lnTo>
                    <a:pt x="2615" y="4134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20"/>
                  </a:lnTo>
                  <a:lnTo>
                    <a:pt x="2615" y="1520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1982075" y="3035300"/>
              <a:ext cx="104875" cy="103350"/>
            </a:xfrm>
            <a:custGeom>
              <a:rect b="b" l="l" r="r" t="t"/>
              <a:pathLst>
                <a:path extrusionOk="0" h="4134" w="4195">
                  <a:moveTo>
                    <a:pt x="1550" y="0"/>
                  </a:moveTo>
                  <a:lnTo>
                    <a:pt x="1550" y="1520"/>
                  </a:lnTo>
                  <a:lnTo>
                    <a:pt x="0" y="1520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34"/>
                  </a:lnTo>
                  <a:lnTo>
                    <a:pt x="2614" y="4134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20"/>
                  </a:lnTo>
                  <a:lnTo>
                    <a:pt x="2614" y="1520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1268525" y="3248825"/>
              <a:ext cx="104900" cy="104875"/>
            </a:xfrm>
            <a:custGeom>
              <a:rect b="b" l="l" r="r" t="t"/>
              <a:pathLst>
                <a:path extrusionOk="0" h="4195" w="4196">
                  <a:moveTo>
                    <a:pt x="1581" y="0"/>
                  </a:moveTo>
                  <a:lnTo>
                    <a:pt x="158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81" y="2614"/>
                  </a:lnTo>
                  <a:lnTo>
                    <a:pt x="1581" y="4195"/>
                  </a:lnTo>
                  <a:lnTo>
                    <a:pt x="2645" y="4195"/>
                  </a:lnTo>
                  <a:lnTo>
                    <a:pt x="2645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45" y="1581"/>
                  </a:lnTo>
                  <a:lnTo>
                    <a:pt x="264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150712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21" y="0"/>
                  </a:moveTo>
                  <a:lnTo>
                    <a:pt x="152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21" y="2614"/>
                  </a:lnTo>
                  <a:lnTo>
                    <a:pt x="152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5" y="2614"/>
                  </a:lnTo>
                  <a:lnTo>
                    <a:pt x="4135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1744975" y="3248825"/>
              <a:ext cx="103375" cy="104875"/>
            </a:xfrm>
            <a:custGeom>
              <a:rect b="b" l="l" r="r" t="t"/>
              <a:pathLst>
                <a:path extrusionOk="0" h="4195" w="4135">
                  <a:moveTo>
                    <a:pt x="1551" y="0"/>
                  </a:moveTo>
                  <a:lnTo>
                    <a:pt x="1551" y="1581"/>
                  </a:lnTo>
                  <a:lnTo>
                    <a:pt x="1" y="1581"/>
                  </a:lnTo>
                  <a:lnTo>
                    <a:pt x="1" y="2614"/>
                  </a:lnTo>
                  <a:lnTo>
                    <a:pt x="1551" y="2614"/>
                  </a:lnTo>
                  <a:lnTo>
                    <a:pt x="1551" y="4195"/>
                  </a:lnTo>
                  <a:lnTo>
                    <a:pt x="2615" y="4195"/>
                  </a:lnTo>
                  <a:lnTo>
                    <a:pt x="2615" y="2614"/>
                  </a:lnTo>
                  <a:lnTo>
                    <a:pt x="4134" y="2614"/>
                  </a:lnTo>
                  <a:lnTo>
                    <a:pt x="4134" y="1581"/>
                  </a:lnTo>
                  <a:lnTo>
                    <a:pt x="2615" y="1581"/>
                  </a:lnTo>
                  <a:lnTo>
                    <a:pt x="2615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1982075" y="3248825"/>
              <a:ext cx="104875" cy="104875"/>
            </a:xfrm>
            <a:custGeom>
              <a:rect b="b" l="l" r="r" t="t"/>
              <a:pathLst>
                <a:path extrusionOk="0" h="4195" w="4195">
                  <a:moveTo>
                    <a:pt x="1550" y="0"/>
                  </a:moveTo>
                  <a:lnTo>
                    <a:pt x="1550" y="1581"/>
                  </a:lnTo>
                  <a:lnTo>
                    <a:pt x="0" y="1581"/>
                  </a:lnTo>
                  <a:lnTo>
                    <a:pt x="0" y="2614"/>
                  </a:lnTo>
                  <a:lnTo>
                    <a:pt x="1550" y="2614"/>
                  </a:lnTo>
                  <a:lnTo>
                    <a:pt x="1550" y="4195"/>
                  </a:lnTo>
                  <a:lnTo>
                    <a:pt x="2614" y="4195"/>
                  </a:lnTo>
                  <a:lnTo>
                    <a:pt x="2614" y="2614"/>
                  </a:lnTo>
                  <a:lnTo>
                    <a:pt x="4195" y="2614"/>
                  </a:lnTo>
                  <a:lnTo>
                    <a:pt x="4195" y="1581"/>
                  </a:lnTo>
                  <a:lnTo>
                    <a:pt x="2614" y="1581"/>
                  </a:lnTo>
                  <a:lnTo>
                    <a:pt x="261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0" name="Google Shape;920;p30"/>
          <p:cNvGrpSpPr/>
          <p:nvPr/>
        </p:nvGrpSpPr>
        <p:grpSpPr>
          <a:xfrm>
            <a:off x="8423832" y="1"/>
            <a:ext cx="475806" cy="2436660"/>
            <a:chOff x="-1582400" y="253375"/>
            <a:chExt cx="217750" cy="1115125"/>
          </a:xfrm>
        </p:grpSpPr>
        <p:sp>
          <p:nvSpPr>
            <p:cNvPr id="921" name="Google Shape;921;p30"/>
            <p:cNvSpPr/>
            <p:nvPr/>
          </p:nvSpPr>
          <p:spPr>
            <a:xfrm>
              <a:off x="-158240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-153255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-148167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-143182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-1383000" y="2533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-158240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-153255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-148167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-143182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-1383000" y="2991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-158240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-153255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-148167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-143182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-1383000" y="3449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-158240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30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-153255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-148167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30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-143182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-1383000" y="3897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30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-158240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29"/>
                    <a:pt x="163" y="692"/>
                    <a:pt x="367" y="692"/>
                  </a:cubicBezTo>
                  <a:cubicBezTo>
                    <a:pt x="570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-153255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-148167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29"/>
                    <a:pt x="122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-143182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30" y="692"/>
                    <a:pt x="692" y="529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-1383000" y="4355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29"/>
                    <a:pt x="164" y="692"/>
                    <a:pt x="367" y="692"/>
                  </a:cubicBezTo>
                  <a:cubicBezTo>
                    <a:pt x="571" y="692"/>
                    <a:pt x="733" y="529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-158240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-153255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-148167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-143182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-1383000" y="48230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-158240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-153255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-148167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-143182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-1383000" y="5280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-158240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-153255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-148167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-143182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-1383000" y="57387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-158240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-153255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-148167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-143182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-1383000" y="61862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-158240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-153255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-148167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-143182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22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-1383000" y="664425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22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-158240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-153255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-148167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-143182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-1383000" y="71122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-158240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-153255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-148167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-143182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-1383000" y="7570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-158240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-153255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-148167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-143182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-1383000" y="8027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-158240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-153255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-148167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-143182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-1383000" y="8475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-158240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-153255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148167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143182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1383000" y="893350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158240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153255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148167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143182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1383000" y="9401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158240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153255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148167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143182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1383000" y="9859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158240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153255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148167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143182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1383000" y="10317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0"/>
            <p:cNvSpPr/>
            <p:nvPr/>
          </p:nvSpPr>
          <p:spPr>
            <a:xfrm>
              <a:off x="-158240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23"/>
                    <a:pt x="0" y="32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0"/>
            <p:cNvSpPr/>
            <p:nvPr/>
          </p:nvSpPr>
          <p:spPr>
            <a:xfrm>
              <a:off x="-153255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0"/>
            <p:cNvSpPr/>
            <p:nvPr/>
          </p:nvSpPr>
          <p:spPr>
            <a:xfrm>
              <a:off x="-148167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23"/>
                    <a:pt x="0" y="32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0"/>
            <p:cNvSpPr/>
            <p:nvPr/>
          </p:nvSpPr>
          <p:spPr>
            <a:xfrm>
              <a:off x="-143182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26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0"/>
            <p:cNvSpPr/>
            <p:nvPr/>
          </p:nvSpPr>
          <p:spPr>
            <a:xfrm>
              <a:off x="-1383000" y="10764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23"/>
                    <a:pt x="1" y="32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26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-158240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-153255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-148167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0"/>
            <p:cNvSpPr/>
            <p:nvPr/>
          </p:nvSpPr>
          <p:spPr>
            <a:xfrm>
              <a:off x="-143182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0"/>
            <p:cNvSpPr/>
            <p:nvPr/>
          </p:nvSpPr>
          <p:spPr>
            <a:xfrm>
              <a:off x="-1383000" y="11222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0"/>
            <p:cNvSpPr/>
            <p:nvPr/>
          </p:nvSpPr>
          <p:spPr>
            <a:xfrm>
              <a:off x="-158240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-153255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-148167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-143182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-1383000" y="11690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-158240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-153255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-148167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0"/>
            <p:cNvSpPr/>
            <p:nvPr/>
          </p:nvSpPr>
          <p:spPr>
            <a:xfrm>
              <a:off x="-143182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0"/>
            <p:cNvSpPr/>
            <p:nvPr/>
          </p:nvSpPr>
          <p:spPr>
            <a:xfrm>
              <a:off x="-1383000" y="12148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>
              <a:off x="-158240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>
              <a:off x="-153255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-148167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-143182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-1383000" y="12606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-158240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22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-153255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-148167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22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-143182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-1383000" y="13054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22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-158240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-153255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0"/>
            <p:cNvSpPr/>
            <p:nvPr/>
          </p:nvSpPr>
          <p:spPr>
            <a:xfrm>
              <a:off x="-148167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0"/>
            <p:cNvSpPr/>
            <p:nvPr/>
          </p:nvSpPr>
          <p:spPr>
            <a:xfrm>
              <a:off x="-143182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0"/>
            <p:cNvSpPr/>
            <p:nvPr/>
          </p:nvSpPr>
          <p:spPr>
            <a:xfrm>
              <a:off x="-1383000" y="13511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3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1"/>
          <p:cNvSpPr txBox="1"/>
          <p:nvPr>
            <p:ph type="title"/>
          </p:nvPr>
        </p:nvSpPr>
        <p:spPr>
          <a:xfrm>
            <a:off x="713263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8" name="Google Shape;1048;p31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9" name="Google Shape;1049;p31"/>
          <p:cNvSpPr txBox="1"/>
          <p:nvPr/>
        </p:nvSpPr>
        <p:spPr>
          <a:xfrm>
            <a:off x="46437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PT Sans"/>
                <a:ea typeface="PT Sans"/>
                <a:cs typeface="PT Sans"/>
                <a:sym typeface="PT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endParaRPr b="1" sz="1200" u="sng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050" name="Google Shape;1050;p31"/>
          <p:cNvSpPr/>
          <p:nvPr/>
        </p:nvSpPr>
        <p:spPr>
          <a:xfrm>
            <a:off x="5875875" y="0"/>
            <a:ext cx="32682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1" name="Google Shape;1051;p31"/>
          <p:cNvGrpSpPr/>
          <p:nvPr/>
        </p:nvGrpSpPr>
        <p:grpSpPr>
          <a:xfrm flipH="1" rot="5400000">
            <a:off x="7628782" y="3348574"/>
            <a:ext cx="2057416" cy="453447"/>
            <a:chOff x="-737950" y="458900"/>
            <a:chExt cx="549450" cy="121100"/>
          </a:xfrm>
        </p:grpSpPr>
        <p:sp>
          <p:nvSpPr>
            <p:cNvPr id="1052" name="Google Shape;1052;p31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31"/>
          <p:cNvGrpSpPr/>
          <p:nvPr/>
        </p:nvGrpSpPr>
        <p:grpSpPr>
          <a:xfrm>
            <a:off x="6264136" y="-399408"/>
            <a:ext cx="1676211" cy="1602661"/>
            <a:chOff x="6595375" y="1675850"/>
            <a:chExt cx="1229525" cy="1175575"/>
          </a:xfrm>
        </p:grpSpPr>
        <p:sp>
          <p:nvSpPr>
            <p:cNvPr id="1058" name="Google Shape;1058;p31"/>
            <p:cNvSpPr/>
            <p:nvPr/>
          </p:nvSpPr>
          <p:spPr>
            <a:xfrm>
              <a:off x="6595375" y="1675850"/>
              <a:ext cx="1229525" cy="1175575"/>
            </a:xfrm>
            <a:custGeom>
              <a:rect b="b" l="l" r="r" t="t"/>
              <a:pathLst>
                <a:path extrusionOk="0" fill="none" h="47023" w="49181">
                  <a:moveTo>
                    <a:pt x="44956" y="11763"/>
                  </a:moveTo>
                  <a:lnTo>
                    <a:pt x="44956" y="11763"/>
                  </a:lnTo>
                  <a:cubicBezTo>
                    <a:pt x="40731" y="4499"/>
                    <a:pt x="32980" y="0"/>
                    <a:pt x="24591" y="0"/>
                  </a:cubicBezTo>
                  <a:lnTo>
                    <a:pt x="24591" y="0"/>
                  </a:lnTo>
                  <a:cubicBezTo>
                    <a:pt x="16201" y="0"/>
                    <a:pt x="8450" y="4499"/>
                    <a:pt x="4225" y="11763"/>
                  </a:cubicBezTo>
                  <a:lnTo>
                    <a:pt x="4225" y="11763"/>
                  </a:lnTo>
                  <a:cubicBezTo>
                    <a:pt x="0" y="18998"/>
                    <a:pt x="0" y="27964"/>
                    <a:pt x="4225" y="35259"/>
                  </a:cubicBezTo>
                  <a:lnTo>
                    <a:pt x="4225" y="35259"/>
                  </a:lnTo>
                  <a:cubicBezTo>
                    <a:pt x="8450" y="42524"/>
                    <a:pt x="16201" y="47022"/>
                    <a:pt x="24591" y="47022"/>
                  </a:cubicBezTo>
                  <a:lnTo>
                    <a:pt x="24591" y="47022"/>
                  </a:lnTo>
                  <a:cubicBezTo>
                    <a:pt x="32980" y="47022"/>
                    <a:pt x="40731" y="42524"/>
                    <a:pt x="44956" y="35259"/>
                  </a:cubicBezTo>
                  <a:lnTo>
                    <a:pt x="44956" y="35259"/>
                  </a:lnTo>
                  <a:cubicBezTo>
                    <a:pt x="49181" y="27964"/>
                    <a:pt x="49181" y="18998"/>
                    <a:pt x="44956" y="11763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6727600" y="1801225"/>
              <a:ext cx="965075" cy="923300"/>
            </a:xfrm>
            <a:custGeom>
              <a:rect b="b" l="l" r="r" t="t"/>
              <a:pathLst>
                <a:path extrusionOk="0" fill="none" h="36932" w="38603">
                  <a:moveTo>
                    <a:pt x="35290" y="9241"/>
                  </a:moveTo>
                  <a:lnTo>
                    <a:pt x="35290" y="9241"/>
                  </a:lnTo>
                  <a:cubicBezTo>
                    <a:pt x="32007" y="3557"/>
                    <a:pt x="25928" y="1"/>
                    <a:pt x="19302" y="1"/>
                  </a:cubicBezTo>
                  <a:lnTo>
                    <a:pt x="19302" y="1"/>
                  </a:lnTo>
                  <a:cubicBezTo>
                    <a:pt x="12706" y="1"/>
                    <a:pt x="6627" y="3557"/>
                    <a:pt x="3313" y="9241"/>
                  </a:cubicBezTo>
                  <a:lnTo>
                    <a:pt x="3313" y="9241"/>
                  </a:lnTo>
                  <a:cubicBezTo>
                    <a:pt x="0" y="14955"/>
                    <a:pt x="0" y="22007"/>
                    <a:pt x="3313" y="27721"/>
                  </a:cubicBezTo>
                  <a:lnTo>
                    <a:pt x="3313" y="27721"/>
                  </a:lnTo>
                  <a:cubicBezTo>
                    <a:pt x="6627" y="33405"/>
                    <a:pt x="12706" y="36931"/>
                    <a:pt x="19302" y="36931"/>
                  </a:cubicBezTo>
                  <a:lnTo>
                    <a:pt x="19302" y="36931"/>
                  </a:lnTo>
                  <a:cubicBezTo>
                    <a:pt x="25928" y="36931"/>
                    <a:pt x="32007" y="33405"/>
                    <a:pt x="35290" y="27721"/>
                  </a:cubicBezTo>
                  <a:lnTo>
                    <a:pt x="35290" y="27721"/>
                  </a:lnTo>
                  <a:cubicBezTo>
                    <a:pt x="38603" y="22007"/>
                    <a:pt x="38603" y="14986"/>
                    <a:pt x="35290" y="924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6856025" y="1922800"/>
              <a:ext cx="710525" cy="681650"/>
            </a:xfrm>
            <a:custGeom>
              <a:rect b="b" l="l" r="r" t="t"/>
              <a:pathLst>
                <a:path extrusionOk="0" fill="none" h="27266" w="28421">
                  <a:moveTo>
                    <a:pt x="25989" y="6810"/>
                  </a:moveTo>
                  <a:lnTo>
                    <a:pt x="25989" y="6810"/>
                  </a:lnTo>
                  <a:cubicBezTo>
                    <a:pt x="23557" y="2585"/>
                    <a:pt x="19058" y="1"/>
                    <a:pt x="14195" y="1"/>
                  </a:cubicBezTo>
                  <a:lnTo>
                    <a:pt x="14195" y="1"/>
                  </a:lnTo>
                  <a:cubicBezTo>
                    <a:pt x="9332" y="1"/>
                    <a:pt x="4864" y="2585"/>
                    <a:pt x="2432" y="6810"/>
                  </a:cubicBezTo>
                  <a:lnTo>
                    <a:pt x="2432" y="6810"/>
                  </a:lnTo>
                  <a:cubicBezTo>
                    <a:pt x="0" y="11035"/>
                    <a:pt x="0" y="16232"/>
                    <a:pt x="2432" y="20457"/>
                  </a:cubicBezTo>
                  <a:lnTo>
                    <a:pt x="2432" y="20457"/>
                  </a:lnTo>
                  <a:cubicBezTo>
                    <a:pt x="4864" y="24682"/>
                    <a:pt x="9332" y="27266"/>
                    <a:pt x="14195" y="27266"/>
                  </a:cubicBezTo>
                  <a:lnTo>
                    <a:pt x="14195" y="27266"/>
                  </a:lnTo>
                  <a:cubicBezTo>
                    <a:pt x="19058" y="27266"/>
                    <a:pt x="23557" y="24682"/>
                    <a:pt x="25989" y="20457"/>
                  </a:cubicBezTo>
                  <a:lnTo>
                    <a:pt x="25989" y="20457"/>
                  </a:lnTo>
                  <a:cubicBezTo>
                    <a:pt x="28420" y="16232"/>
                    <a:pt x="28420" y="11035"/>
                    <a:pt x="25989" y="681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6989000" y="2052000"/>
              <a:ext cx="442275" cy="421750"/>
            </a:xfrm>
            <a:custGeom>
              <a:rect b="b" l="l" r="r" t="t"/>
              <a:pathLst>
                <a:path extrusionOk="0" fill="none" h="16870" w="17691">
                  <a:moveTo>
                    <a:pt x="16171" y="4225"/>
                  </a:moveTo>
                  <a:lnTo>
                    <a:pt x="16171" y="4225"/>
                  </a:lnTo>
                  <a:cubicBezTo>
                    <a:pt x="14651" y="1611"/>
                    <a:pt x="11885" y="0"/>
                    <a:pt x="8846" y="0"/>
                  </a:cubicBezTo>
                  <a:lnTo>
                    <a:pt x="8846" y="0"/>
                  </a:lnTo>
                  <a:cubicBezTo>
                    <a:pt x="5836" y="0"/>
                    <a:pt x="3040" y="1611"/>
                    <a:pt x="1520" y="4225"/>
                  </a:cubicBezTo>
                  <a:lnTo>
                    <a:pt x="1520" y="4225"/>
                  </a:lnTo>
                  <a:cubicBezTo>
                    <a:pt x="0" y="6839"/>
                    <a:pt x="0" y="10092"/>
                    <a:pt x="1520" y="12675"/>
                  </a:cubicBezTo>
                  <a:lnTo>
                    <a:pt x="1520" y="12675"/>
                  </a:lnTo>
                  <a:cubicBezTo>
                    <a:pt x="3040" y="15289"/>
                    <a:pt x="5806" y="16870"/>
                    <a:pt x="8846" y="16870"/>
                  </a:cubicBezTo>
                  <a:lnTo>
                    <a:pt x="8846" y="16870"/>
                  </a:lnTo>
                  <a:cubicBezTo>
                    <a:pt x="11855" y="16870"/>
                    <a:pt x="14651" y="15289"/>
                    <a:pt x="16171" y="12675"/>
                  </a:cubicBezTo>
                  <a:lnTo>
                    <a:pt x="16171" y="12675"/>
                  </a:lnTo>
                  <a:cubicBezTo>
                    <a:pt x="17691" y="10092"/>
                    <a:pt x="17691" y="6839"/>
                    <a:pt x="16171" y="4225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7106025" y="2164450"/>
              <a:ext cx="209000" cy="198350"/>
            </a:xfrm>
            <a:custGeom>
              <a:rect b="b" l="l" r="r" t="t"/>
              <a:pathLst>
                <a:path extrusionOk="0" fill="none" h="7934" w="8360">
                  <a:moveTo>
                    <a:pt x="7630" y="1976"/>
                  </a:moveTo>
                  <a:lnTo>
                    <a:pt x="7630" y="1976"/>
                  </a:lnTo>
                  <a:cubicBezTo>
                    <a:pt x="6900" y="761"/>
                    <a:pt x="5624" y="1"/>
                    <a:pt x="4165" y="1"/>
                  </a:cubicBezTo>
                  <a:lnTo>
                    <a:pt x="4165" y="1"/>
                  </a:lnTo>
                  <a:cubicBezTo>
                    <a:pt x="2766" y="1"/>
                    <a:pt x="1429" y="761"/>
                    <a:pt x="699" y="1976"/>
                  </a:cubicBezTo>
                  <a:lnTo>
                    <a:pt x="699" y="1976"/>
                  </a:lnTo>
                  <a:cubicBezTo>
                    <a:pt x="0" y="3192"/>
                    <a:pt x="0" y="4712"/>
                    <a:pt x="699" y="5958"/>
                  </a:cubicBezTo>
                  <a:lnTo>
                    <a:pt x="699" y="5958"/>
                  </a:lnTo>
                  <a:cubicBezTo>
                    <a:pt x="1429" y="7174"/>
                    <a:pt x="2736" y="7934"/>
                    <a:pt x="4165" y="7934"/>
                  </a:cubicBezTo>
                  <a:lnTo>
                    <a:pt x="4165" y="7934"/>
                  </a:lnTo>
                  <a:cubicBezTo>
                    <a:pt x="5563" y="7934"/>
                    <a:pt x="6900" y="7174"/>
                    <a:pt x="7630" y="5958"/>
                  </a:cubicBezTo>
                  <a:lnTo>
                    <a:pt x="7630" y="5958"/>
                  </a:lnTo>
                  <a:cubicBezTo>
                    <a:pt x="8359" y="4712"/>
                    <a:pt x="8359" y="3192"/>
                    <a:pt x="7630" y="1976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3" name="Google Shape;1063;p31"/>
          <p:cNvCxnSpPr/>
          <p:nvPr/>
        </p:nvCxnSpPr>
        <p:spPr>
          <a:xfrm>
            <a:off x="0" y="4856725"/>
            <a:ext cx="30153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4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2"/>
          <p:cNvSpPr/>
          <p:nvPr/>
        </p:nvSpPr>
        <p:spPr>
          <a:xfrm>
            <a:off x="-6775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6" name="Google Shape;1066;p32"/>
          <p:cNvCxnSpPr/>
          <p:nvPr/>
        </p:nvCxnSpPr>
        <p:spPr>
          <a:xfrm rot="10800000">
            <a:off x="7364997" y="6603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32"/>
          <p:cNvCxnSpPr/>
          <p:nvPr/>
        </p:nvCxnSpPr>
        <p:spPr>
          <a:xfrm rot="10800000">
            <a:off x="7364997" y="5079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32"/>
          <p:cNvCxnSpPr/>
          <p:nvPr/>
        </p:nvCxnSpPr>
        <p:spPr>
          <a:xfrm rot="10800000">
            <a:off x="7364997" y="355589"/>
            <a:ext cx="1779000" cy="0"/>
          </a:xfrm>
          <a:prstGeom prst="straightConnector1">
            <a:avLst/>
          </a:prstGeom>
          <a:noFill/>
          <a:ln cap="flat" cmpd="sng" w="19050">
            <a:solidFill>
              <a:srgbClr val="3F529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69" name="Google Shape;1069;p32"/>
          <p:cNvGrpSpPr/>
          <p:nvPr/>
        </p:nvGrpSpPr>
        <p:grpSpPr>
          <a:xfrm flipH="1" rot="5400000">
            <a:off x="-260093" y="4198295"/>
            <a:ext cx="1226647" cy="270356"/>
            <a:chOff x="-737950" y="458900"/>
            <a:chExt cx="549450" cy="121100"/>
          </a:xfrm>
        </p:grpSpPr>
        <p:sp>
          <p:nvSpPr>
            <p:cNvPr id="1070" name="Google Shape;1070;p32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4_1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3"/>
          <p:cNvSpPr/>
          <p:nvPr/>
        </p:nvSpPr>
        <p:spPr>
          <a:xfrm>
            <a:off x="8424000" y="0"/>
            <a:ext cx="720000" cy="51435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7" name="Google Shape;1077;p33"/>
          <p:cNvGrpSpPr/>
          <p:nvPr/>
        </p:nvGrpSpPr>
        <p:grpSpPr>
          <a:xfrm rot="5400000">
            <a:off x="7330600" y="3208788"/>
            <a:ext cx="3151300" cy="718125"/>
            <a:chOff x="5719975" y="3030725"/>
            <a:chExt cx="3151300" cy="718125"/>
          </a:xfrm>
        </p:grpSpPr>
        <p:sp>
          <p:nvSpPr>
            <p:cNvPr id="1078" name="Google Shape;1078;p33"/>
            <p:cNvSpPr/>
            <p:nvPr/>
          </p:nvSpPr>
          <p:spPr>
            <a:xfrm>
              <a:off x="6282300" y="3030725"/>
              <a:ext cx="2588975" cy="321475"/>
            </a:xfrm>
            <a:custGeom>
              <a:rect b="b" l="l" r="r" t="t"/>
              <a:pathLst>
                <a:path extrusionOk="0" fill="none" h="12859" w="103559">
                  <a:moveTo>
                    <a:pt x="6414" y="31"/>
                  </a:moveTo>
                  <a:cubicBezTo>
                    <a:pt x="2858" y="31"/>
                    <a:pt x="0" y="2919"/>
                    <a:pt x="0" y="6445"/>
                  </a:cubicBezTo>
                  <a:lnTo>
                    <a:pt x="0" y="6445"/>
                  </a:lnTo>
                  <a:cubicBezTo>
                    <a:pt x="0" y="10031"/>
                    <a:pt x="2888" y="12858"/>
                    <a:pt x="6414" y="12858"/>
                  </a:cubicBezTo>
                  <a:lnTo>
                    <a:pt x="103559" y="12858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5719975" y="3426625"/>
              <a:ext cx="2588975" cy="322225"/>
            </a:xfrm>
            <a:custGeom>
              <a:rect b="b" l="l" r="r" t="t"/>
              <a:pathLst>
                <a:path extrusionOk="0" fill="none" h="12889" w="103559">
                  <a:moveTo>
                    <a:pt x="6414" y="31"/>
                  </a:moveTo>
                  <a:cubicBezTo>
                    <a:pt x="2858" y="31"/>
                    <a:pt x="1" y="2919"/>
                    <a:pt x="1" y="6475"/>
                  </a:cubicBezTo>
                  <a:lnTo>
                    <a:pt x="1" y="6475"/>
                  </a:lnTo>
                  <a:cubicBezTo>
                    <a:pt x="1" y="10031"/>
                    <a:pt x="2888" y="12889"/>
                    <a:pt x="6414" y="12889"/>
                  </a:cubicBezTo>
                  <a:lnTo>
                    <a:pt x="103559" y="12889"/>
                  </a:lnTo>
                  <a:lnTo>
                    <a:pt x="103559" y="1"/>
                  </a:lnTo>
                  <a:lnTo>
                    <a:pt x="6414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33"/>
          <p:cNvGrpSpPr/>
          <p:nvPr/>
        </p:nvGrpSpPr>
        <p:grpSpPr>
          <a:xfrm rot="-5400000">
            <a:off x="980432" y="-916724"/>
            <a:ext cx="475806" cy="2436660"/>
            <a:chOff x="-1582400" y="253375"/>
            <a:chExt cx="217750" cy="1115125"/>
          </a:xfrm>
        </p:grpSpPr>
        <p:sp>
          <p:nvSpPr>
            <p:cNvPr id="1081" name="Google Shape;1081;p33"/>
            <p:cNvSpPr/>
            <p:nvPr/>
          </p:nvSpPr>
          <p:spPr>
            <a:xfrm>
              <a:off x="-158240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-153255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-148167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-143182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-1383000" y="2533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-158240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-153255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-148167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-143182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-1383000" y="2991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-158240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-153255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-148167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-143182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-1383000" y="3449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-158240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30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-153255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-148167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30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3"/>
            <p:cNvSpPr/>
            <p:nvPr/>
          </p:nvSpPr>
          <p:spPr>
            <a:xfrm>
              <a:off x="-143182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3"/>
            <p:cNvSpPr/>
            <p:nvPr/>
          </p:nvSpPr>
          <p:spPr>
            <a:xfrm>
              <a:off x="-1383000" y="3897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30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3"/>
            <p:cNvSpPr/>
            <p:nvPr/>
          </p:nvSpPr>
          <p:spPr>
            <a:xfrm>
              <a:off x="-158240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29"/>
                    <a:pt x="163" y="692"/>
                    <a:pt x="367" y="692"/>
                  </a:cubicBezTo>
                  <a:cubicBezTo>
                    <a:pt x="570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3"/>
            <p:cNvSpPr/>
            <p:nvPr/>
          </p:nvSpPr>
          <p:spPr>
            <a:xfrm>
              <a:off x="-153255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3"/>
            <p:cNvSpPr/>
            <p:nvPr/>
          </p:nvSpPr>
          <p:spPr>
            <a:xfrm>
              <a:off x="-148167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29"/>
                    <a:pt x="122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-143182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30" y="692"/>
                    <a:pt x="692" y="529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-1383000" y="4355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29"/>
                    <a:pt x="164" y="692"/>
                    <a:pt x="367" y="692"/>
                  </a:cubicBezTo>
                  <a:cubicBezTo>
                    <a:pt x="571" y="692"/>
                    <a:pt x="733" y="529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-158240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-153255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-148167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-143182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3"/>
            <p:cNvSpPr/>
            <p:nvPr/>
          </p:nvSpPr>
          <p:spPr>
            <a:xfrm>
              <a:off x="-1383000" y="48230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3"/>
            <p:cNvSpPr/>
            <p:nvPr/>
          </p:nvSpPr>
          <p:spPr>
            <a:xfrm>
              <a:off x="-158240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3"/>
            <p:cNvSpPr/>
            <p:nvPr/>
          </p:nvSpPr>
          <p:spPr>
            <a:xfrm>
              <a:off x="-153255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3"/>
            <p:cNvSpPr/>
            <p:nvPr/>
          </p:nvSpPr>
          <p:spPr>
            <a:xfrm>
              <a:off x="-148167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3"/>
            <p:cNvSpPr/>
            <p:nvPr/>
          </p:nvSpPr>
          <p:spPr>
            <a:xfrm>
              <a:off x="-143182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3"/>
            <p:cNvSpPr/>
            <p:nvPr/>
          </p:nvSpPr>
          <p:spPr>
            <a:xfrm>
              <a:off x="-1383000" y="5280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3"/>
            <p:cNvSpPr/>
            <p:nvPr/>
          </p:nvSpPr>
          <p:spPr>
            <a:xfrm>
              <a:off x="-158240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3"/>
            <p:cNvSpPr/>
            <p:nvPr/>
          </p:nvSpPr>
          <p:spPr>
            <a:xfrm>
              <a:off x="-153255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>
              <a:off x="-148167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3"/>
            <p:cNvSpPr/>
            <p:nvPr/>
          </p:nvSpPr>
          <p:spPr>
            <a:xfrm>
              <a:off x="-143182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3"/>
            <p:cNvSpPr/>
            <p:nvPr/>
          </p:nvSpPr>
          <p:spPr>
            <a:xfrm>
              <a:off x="-1383000" y="57387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3"/>
            <p:cNvSpPr/>
            <p:nvPr/>
          </p:nvSpPr>
          <p:spPr>
            <a:xfrm>
              <a:off x="-158240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-153255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-148167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-143182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-1383000" y="61862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-158240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-153255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-148167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-143182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22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-1383000" y="664425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22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-158240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-153255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-148167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-143182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-1383000" y="71122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-158240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-153255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-148167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-143182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-1383000" y="7570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-158240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-153255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-148167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-143182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-1383000" y="8027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-158240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-153255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-148167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-143182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-1383000" y="8475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-158240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-153255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-148167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-143182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-1383000" y="893350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-158240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-153255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-148167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-143182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-1383000" y="9401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-158240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-153255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-148167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-143182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-1383000" y="9859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-158240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-153255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-148167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-143182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-1383000" y="10317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-158240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23"/>
                    <a:pt x="0" y="32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-153255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-148167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23"/>
                    <a:pt x="0" y="32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-143182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26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-1383000" y="10764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23"/>
                    <a:pt x="1" y="32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26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-158240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-153255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-148167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-143182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-1383000" y="11222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-158240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-153255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-148167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-143182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-1383000" y="11690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-158240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-153255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-148167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-143182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-1383000" y="12148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-158240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-153255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-148167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-143182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-1383000" y="12606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-158240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22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-153255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-148167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22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-143182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0"/>
                    <a:pt x="326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-1383000" y="13054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22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0"/>
                    <a:pt x="367" y="0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-158240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-153255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-148167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3"/>
            <p:cNvSpPr/>
            <p:nvPr/>
          </p:nvSpPr>
          <p:spPr>
            <a:xfrm>
              <a:off x="-143182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3"/>
            <p:cNvSpPr/>
            <p:nvPr/>
          </p:nvSpPr>
          <p:spPr>
            <a:xfrm>
              <a:off x="-1383000" y="13511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3F5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6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3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8" name="Google Shape;1208;p3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7"/>
          <p:cNvSpPr/>
          <p:nvPr/>
        </p:nvSpPr>
        <p:spPr>
          <a:xfrm>
            <a:off x="0" y="1028700"/>
            <a:ext cx="9144000" cy="2583900"/>
          </a:xfrm>
          <a:prstGeom prst="rect">
            <a:avLst/>
          </a:prstGeom>
          <a:solidFill>
            <a:srgbClr val="538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7"/>
          <p:cNvSpPr txBox="1"/>
          <p:nvPr>
            <p:ph type="ctrTitle"/>
          </p:nvPr>
        </p:nvSpPr>
        <p:spPr>
          <a:xfrm>
            <a:off x="2125775" y="1151100"/>
            <a:ext cx="5074500" cy="23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Cache </a:t>
            </a:r>
            <a:r>
              <a:rPr i="1" lang="en">
                <a:solidFill>
                  <a:schemeClr val="lt1"/>
                </a:solidFill>
              </a:rPr>
              <a:t>vs No-Cache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218" name="Google Shape;1218;p37"/>
          <p:cNvSpPr txBox="1"/>
          <p:nvPr>
            <p:ph idx="1" type="subTitle"/>
          </p:nvPr>
        </p:nvSpPr>
        <p:spPr>
          <a:xfrm>
            <a:off x="2307675" y="37874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hands-on DevOps demo — Go, Redis, Supabase &amp; Vite</a:t>
            </a:r>
            <a:endParaRPr/>
          </a:p>
        </p:txBody>
      </p:sp>
      <p:grpSp>
        <p:nvGrpSpPr>
          <p:cNvPr id="1219" name="Google Shape;1219;p37"/>
          <p:cNvGrpSpPr/>
          <p:nvPr/>
        </p:nvGrpSpPr>
        <p:grpSpPr>
          <a:xfrm>
            <a:off x="-1193650" y="337675"/>
            <a:ext cx="1959000" cy="1959000"/>
            <a:chOff x="-1193600" y="-50600"/>
            <a:chExt cx="1959000" cy="1959000"/>
          </a:xfrm>
        </p:grpSpPr>
        <p:sp>
          <p:nvSpPr>
            <p:cNvPr id="1220" name="Google Shape;1220;p37"/>
            <p:cNvSpPr/>
            <p:nvPr/>
          </p:nvSpPr>
          <p:spPr>
            <a:xfrm>
              <a:off x="-1193600" y="-50600"/>
              <a:ext cx="1959000" cy="19590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-777425" y="328150"/>
              <a:ext cx="1201500" cy="1201500"/>
            </a:xfrm>
            <a:prstGeom prst="ellipse">
              <a:avLst/>
            </a:prstGeom>
            <a:noFill/>
            <a:ln cap="flat" cmpd="sng" w="19050">
              <a:solidFill>
                <a:srgbClr val="3F52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2" name="TextBox 1221"/>
          <p:cNvSpPr txBox="1"/>
          <p:nvPr/>
        </p:nvSpPr>
        <p:spPr>
          <a:xfrm>
            <a:off x="2050000" y="4330000"/>
            <a:ext cx="5644000" cy="2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0C2B5C"/>
                </a:solidFill>
              </a:rPr>
              <a:t>Code Red — Ridwan Ambali</a:t>
            </a:r>
          </a:p>
        </p:txBody>
      </p:sp>
      <p:sp>
        <p:nvSpPr>
          <p:cNvPr id="1223" name="TextBox 1222"/>
          <p:cNvSpPr txBox="1"/>
          <p:nvPr/>
        </p:nvSpPr>
        <p:spPr>
          <a:xfrm>
            <a:off x="2050000" y="4620000"/>
            <a:ext cx="5644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>
                <a:solidFill>
                  <a:srgbClr val="0C2B5C"/>
                </a:solidFill>
              </a:rPr>
              <a:t>Full Stack &amp; Mobile Developer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41"/>
          <p:cNvSpPr txBox="1"/>
          <p:nvPr>
            <p:ph type="title"/>
          </p:nvPr>
        </p:nvSpPr>
        <p:spPr>
          <a:xfrm>
            <a:off x="2622375" y="2610638"/>
            <a:ext cx="5797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1392" name="Google Shape;1392;p41"/>
          <p:cNvSpPr txBox="1"/>
          <p:nvPr>
            <p:ph idx="2" type="title"/>
          </p:nvPr>
        </p:nvSpPr>
        <p:spPr>
          <a:xfrm>
            <a:off x="6362175" y="1328938"/>
            <a:ext cx="2057400" cy="10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93" name="Google Shape;1393;p41"/>
          <p:cNvSpPr txBox="1"/>
          <p:nvPr>
            <p:ph idx="1" type="subTitle"/>
          </p:nvPr>
        </p:nvSpPr>
        <p:spPr>
          <a:xfrm>
            <a:off x="2622375" y="3439575"/>
            <a:ext cx="5797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hitting the database on every request doesn't scale</a:t>
            </a:r>
            <a:endParaRPr/>
          </a:p>
        </p:txBody>
      </p:sp>
      <p:sp>
        <p:nvSpPr>
          <p:cNvPr id="1394" name="Google Shape;1394;p41"/>
          <p:cNvSpPr/>
          <p:nvPr/>
        </p:nvSpPr>
        <p:spPr>
          <a:xfrm flipH="1">
            <a:off x="-18334" y="1328944"/>
            <a:ext cx="1255084" cy="2533280"/>
          </a:xfrm>
          <a:custGeom>
            <a:rect b="b" l="l" r="r" t="t"/>
            <a:pathLst>
              <a:path extrusionOk="0" h="75739" w="37524">
                <a:moveTo>
                  <a:pt x="37483" y="1"/>
                </a:moveTo>
                <a:cubicBezTo>
                  <a:pt x="16809" y="204"/>
                  <a:pt x="1" y="17216"/>
                  <a:pt x="1" y="37890"/>
                </a:cubicBezTo>
                <a:cubicBezTo>
                  <a:pt x="1" y="58523"/>
                  <a:pt x="16809" y="75535"/>
                  <a:pt x="37483" y="75738"/>
                </a:cubicBezTo>
                <a:lnTo>
                  <a:pt x="37523" y="72604"/>
                </a:lnTo>
                <a:cubicBezTo>
                  <a:pt x="18559" y="72442"/>
                  <a:pt x="3094" y="56855"/>
                  <a:pt x="3094" y="37849"/>
                </a:cubicBezTo>
                <a:cubicBezTo>
                  <a:pt x="3094" y="18884"/>
                  <a:pt x="18559" y="3338"/>
                  <a:pt x="37523" y="3134"/>
                </a:cubicBezTo>
                <a:lnTo>
                  <a:pt x="37483" y="1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5" name="Google Shape;1395;p41"/>
          <p:cNvGrpSpPr/>
          <p:nvPr/>
        </p:nvGrpSpPr>
        <p:grpSpPr>
          <a:xfrm flipH="1" rot="10800000">
            <a:off x="6317507" y="576774"/>
            <a:ext cx="2057416" cy="453447"/>
            <a:chOff x="-737950" y="458900"/>
            <a:chExt cx="549450" cy="121100"/>
          </a:xfrm>
        </p:grpSpPr>
        <p:sp>
          <p:nvSpPr>
            <p:cNvPr id="1396" name="Google Shape;1396;p41"/>
            <p:cNvSpPr/>
            <p:nvPr/>
          </p:nvSpPr>
          <p:spPr>
            <a:xfrm>
              <a:off x="-276025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0" y="0"/>
                  </a:moveTo>
                  <a:lnTo>
                    <a:pt x="154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-392000" y="458900"/>
              <a:ext cx="87500" cy="121100"/>
            </a:xfrm>
            <a:custGeom>
              <a:rect b="b" l="l" r="r" t="t"/>
              <a:pathLst>
                <a:path extrusionOk="0" h="4844" w="3500">
                  <a:moveTo>
                    <a:pt x="0" y="0"/>
                  </a:moveTo>
                  <a:lnTo>
                    <a:pt x="1587" y="2483"/>
                  </a:lnTo>
                  <a:lnTo>
                    <a:pt x="0" y="4843"/>
                  </a:lnTo>
                  <a:lnTo>
                    <a:pt x="1913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1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-508000" y="458900"/>
              <a:ext cx="87525" cy="121100"/>
            </a:xfrm>
            <a:custGeom>
              <a:rect b="b" l="l" r="r" t="t"/>
              <a:pathLst>
                <a:path extrusionOk="0" h="4844" w="350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954" y="4843"/>
                  </a:lnTo>
                  <a:lnTo>
                    <a:pt x="3500" y="2483"/>
                  </a:lnTo>
                  <a:lnTo>
                    <a:pt x="3500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-623975" y="458900"/>
              <a:ext cx="88525" cy="121100"/>
            </a:xfrm>
            <a:custGeom>
              <a:rect b="b" l="l" r="r" t="t"/>
              <a:pathLst>
                <a:path extrusionOk="0" h="4844" w="3541">
                  <a:moveTo>
                    <a:pt x="0" y="0"/>
                  </a:moveTo>
                  <a:lnTo>
                    <a:pt x="1628" y="2483"/>
                  </a:lnTo>
                  <a:lnTo>
                    <a:pt x="0" y="4843"/>
                  </a:lnTo>
                  <a:lnTo>
                    <a:pt x="1954" y="4843"/>
                  </a:lnTo>
                  <a:lnTo>
                    <a:pt x="3541" y="2483"/>
                  </a:lnTo>
                  <a:lnTo>
                    <a:pt x="3541" y="2401"/>
                  </a:lnTo>
                  <a:lnTo>
                    <a:pt x="1954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-737950" y="458900"/>
              <a:ext cx="86525" cy="121100"/>
            </a:xfrm>
            <a:custGeom>
              <a:rect b="b" l="l" r="r" t="t"/>
              <a:pathLst>
                <a:path extrusionOk="0" h="4844" w="3461">
                  <a:moveTo>
                    <a:pt x="1" y="0"/>
                  </a:moveTo>
                  <a:lnTo>
                    <a:pt x="1588" y="2483"/>
                  </a:lnTo>
                  <a:lnTo>
                    <a:pt x="1" y="4843"/>
                  </a:lnTo>
                  <a:lnTo>
                    <a:pt x="1873" y="4843"/>
                  </a:lnTo>
                  <a:lnTo>
                    <a:pt x="3460" y="2483"/>
                  </a:lnTo>
                  <a:lnTo>
                    <a:pt x="3460" y="2401"/>
                  </a:lnTo>
                  <a:lnTo>
                    <a:pt x="1873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41"/>
          <p:cNvGrpSpPr/>
          <p:nvPr/>
        </p:nvGrpSpPr>
        <p:grpSpPr>
          <a:xfrm>
            <a:off x="2335207" y="1"/>
            <a:ext cx="475806" cy="2436660"/>
            <a:chOff x="-1582400" y="253375"/>
            <a:chExt cx="217750" cy="1115125"/>
          </a:xfrm>
        </p:grpSpPr>
        <p:sp>
          <p:nvSpPr>
            <p:cNvPr id="1402" name="Google Shape;1402;p41"/>
            <p:cNvSpPr/>
            <p:nvPr/>
          </p:nvSpPr>
          <p:spPr>
            <a:xfrm>
              <a:off x="-158240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-1532550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-148167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-1431825" y="2533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-1383000" y="2533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-158240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-1532550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-148167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-1431825" y="2991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-1383000" y="2991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-158240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-1532550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-148167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-1431825" y="3449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-1383000" y="3449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-158240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30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-1532550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-148167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30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-1431825" y="3897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30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-1383000" y="3897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30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-158240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29"/>
                    <a:pt x="163" y="692"/>
                    <a:pt x="367" y="692"/>
                  </a:cubicBezTo>
                  <a:cubicBezTo>
                    <a:pt x="570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-1532550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-148167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29"/>
                    <a:pt x="122" y="692"/>
                    <a:pt x="326" y="692"/>
                  </a:cubicBezTo>
                  <a:cubicBezTo>
                    <a:pt x="529" y="692"/>
                    <a:pt x="692" y="529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-1431825" y="4355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29"/>
                    <a:pt x="123" y="692"/>
                    <a:pt x="326" y="692"/>
                  </a:cubicBezTo>
                  <a:cubicBezTo>
                    <a:pt x="530" y="692"/>
                    <a:pt x="692" y="529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-1383000" y="4355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29"/>
                    <a:pt x="164" y="692"/>
                    <a:pt x="367" y="692"/>
                  </a:cubicBezTo>
                  <a:cubicBezTo>
                    <a:pt x="571" y="692"/>
                    <a:pt x="733" y="529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-158240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-1532550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-148167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-1431825" y="48230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-1383000" y="48230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-158240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-1532550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-148167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-1431825" y="5280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-1383000" y="5280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-158240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-1532550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-148167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-1431825" y="57387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-1383000" y="57387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-158240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-1532550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-148167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-1431825" y="61862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-1383000" y="61862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-158240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-1532550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-148167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22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-1431825" y="664425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22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-1383000" y="664425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22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-158240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-1532550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-148167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-1431825" y="711225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-1383000" y="711225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-158240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-1532550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-148167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-1431825" y="7570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-1383000" y="7570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-158240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-1532550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-148167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-1431825" y="8027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-1383000" y="80277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-158240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-1532550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-148167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-1431825" y="8475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-1383000" y="8475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-158240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-1532550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-148167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-1431825" y="893350"/>
              <a:ext cx="17325" cy="17300"/>
            </a:xfrm>
            <a:custGeom>
              <a:rect b="b" l="l" r="r" t="t"/>
              <a:pathLst>
                <a:path extrusionOk="0" h="692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-1383000" y="893350"/>
              <a:ext cx="18350" cy="17300"/>
            </a:xfrm>
            <a:custGeom>
              <a:rect b="b" l="l" r="r" t="t"/>
              <a:pathLst>
                <a:path extrusionOk="0" h="692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-158240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6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-1532550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-148167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6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6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-1431825" y="9401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6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6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-1383000" y="9401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6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6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-158240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-1532550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-148167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-1431825" y="9859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-1383000" y="9859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-158240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3"/>
                    <a:pt x="367" y="733"/>
                  </a:cubicBezTo>
                  <a:cubicBezTo>
                    <a:pt x="570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-1532550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-148167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3"/>
                    <a:pt x="326" y="733"/>
                  </a:cubicBezTo>
                  <a:cubicBezTo>
                    <a:pt x="529" y="73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-1431825" y="103170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3"/>
                    <a:pt x="326" y="733"/>
                  </a:cubicBezTo>
                  <a:cubicBezTo>
                    <a:pt x="530" y="73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-1383000" y="103170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cubicBezTo>
                    <a:pt x="571" y="73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-158240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23"/>
                    <a:pt x="0" y="326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-1532550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-148167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23"/>
                    <a:pt x="0" y="326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26"/>
                  </a:cubicBezTo>
                  <a:cubicBezTo>
                    <a:pt x="692" y="20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-1431825" y="10764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23"/>
                    <a:pt x="0" y="326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26"/>
                  </a:cubicBezTo>
                  <a:cubicBezTo>
                    <a:pt x="692" y="20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-1383000" y="10764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23"/>
                    <a:pt x="1" y="326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26"/>
                  </a:cubicBezTo>
                  <a:cubicBezTo>
                    <a:pt x="733" y="20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-158240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-1532550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-148167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-1431825" y="112225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-1383000" y="112225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-158240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734"/>
                    <a:pt x="367" y="734"/>
                  </a:cubicBezTo>
                  <a:cubicBezTo>
                    <a:pt x="570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-1532550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-148167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734"/>
                    <a:pt x="326" y="734"/>
                  </a:cubicBezTo>
                  <a:cubicBezTo>
                    <a:pt x="529" y="734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-1431825" y="1169050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734"/>
                    <a:pt x="326" y="734"/>
                  </a:cubicBezTo>
                  <a:cubicBezTo>
                    <a:pt x="530" y="734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-1383000" y="1169050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734"/>
                    <a:pt x="367" y="734"/>
                  </a:cubicBezTo>
                  <a:cubicBezTo>
                    <a:pt x="571" y="734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-158240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67" y="0"/>
                  </a:moveTo>
                  <a:cubicBezTo>
                    <a:pt x="163" y="0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-1532550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-148167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2" y="0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-1431825" y="1214850"/>
              <a:ext cx="17325" cy="18325"/>
            </a:xfrm>
            <a:custGeom>
              <a:rect b="b" l="l" r="r" t="t"/>
              <a:pathLst>
                <a:path extrusionOk="0" h="733" w="693">
                  <a:moveTo>
                    <a:pt x="326" y="0"/>
                  </a:moveTo>
                  <a:cubicBezTo>
                    <a:pt x="123" y="0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-1383000" y="1214850"/>
              <a:ext cx="18350" cy="18325"/>
            </a:xfrm>
            <a:custGeom>
              <a:rect b="b" l="l" r="r" t="t"/>
              <a:pathLst>
                <a:path extrusionOk="0" h="733" w="734">
                  <a:moveTo>
                    <a:pt x="367" y="0"/>
                  </a:moveTo>
                  <a:cubicBezTo>
                    <a:pt x="164" y="0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-158240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67" y="1"/>
                  </a:moveTo>
                  <a:cubicBezTo>
                    <a:pt x="163" y="1"/>
                    <a:pt x="0" y="163"/>
                    <a:pt x="0" y="367"/>
                  </a:cubicBezTo>
                  <a:cubicBezTo>
                    <a:pt x="0" y="570"/>
                    <a:pt x="163" y="733"/>
                    <a:pt x="367" y="733"/>
                  </a:cubicBezTo>
                  <a:cubicBezTo>
                    <a:pt x="570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-1532550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-148167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2" y="1"/>
                    <a:pt x="0" y="163"/>
                    <a:pt x="0" y="367"/>
                  </a:cubicBezTo>
                  <a:cubicBezTo>
                    <a:pt x="0" y="570"/>
                    <a:pt x="122" y="733"/>
                    <a:pt x="326" y="733"/>
                  </a:cubicBezTo>
                  <a:cubicBezTo>
                    <a:pt x="529" y="733"/>
                    <a:pt x="692" y="570"/>
                    <a:pt x="692" y="367"/>
                  </a:cubicBezTo>
                  <a:cubicBezTo>
                    <a:pt x="692" y="163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-1431825" y="126062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326" y="1"/>
                  </a:moveTo>
                  <a:cubicBezTo>
                    <a:pt x="123" y="1"/>
                    <a:pt x="0" y="163"/>
                    <a:pt x="0" y="367"/>
                  </a:cubicBezTo>
                  <a:cubicBezTo>
                    <a:pt x="0" y="570"/>
                    <a:pt x="123" y="733"/>
                    <a:pt x="326" y="733"/>
                  </a:cubicBezTo>
                  <a:cubicBezTo>
                    <a:pt x="530" y="733"/>
                    <a:pt x="692" y="570"/>
                    <a:pt x="692" y="367"/>
                  </a:cubicBezTo>
                  <a:cubicBezTo>
                    <a:pt x="692" y="163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1"/>
            <p:cNvSpPr/>
            <p:nvPr/>
          </p:nvSpPr>
          <p:spPr>
            <a:xfrm>
              <a:off x="-1383000" y="1260625"/>
              <a:ext cx="18350" cy="18350"/>
            </a:xfrm>
            <a:custGeom>
              <a:rect b="b" l="l" r="r" t="t"/>
              <a:pathLst>
                <a:path extrusionOk="0" h="734" w="734">
                  <a:moveTo>
                    <a:pt x="367" y="1"/>
                  </a:moveTo>
                  <a:cubicBezTo>
                    <a:pt x="164" y="1"/>
                    <a:pt x="1" y="163"/>
                    <a:pt x="1" y="367"/>
                  </a:cubicBezTo>
                  <a:cubicBezTo>
                    <a:pt x="1" y="570"/>
                    <a:pt x="164" y="733"/>
                    <a:pt x="367" y="733"/>
                  </a:cubicBezTo>
                  <a:cubicBezTo>
                    <a:pt x="571" y="733"/>
                    <a:pt x="733" y="570"/>
                    <a:pt x="733" y="367"/>
                  </a:cubicBezTo>
                  <a:cubicBezTo>
                    <a:pt x="733" y="163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-158240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0"/>
                  </a:moveTo>
                  <a:cubicBezTo>
                    <a:pt x="163" y="0"/>
                    <a:pt x="0" y="122"/>
                    <a:pt x="0" y="367"/>
                  </a:cubicBezTo>
                  <a:cubicBezTo>
                    <a:pt x="0" y="570"/>
                    <a:pt x="163" y="692"/>
                    <a:pt x="367" y="692"/>
                  </a:cubicBezTo>
                  <a:cubicBezTo>
                    <a:pt x="570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-1532550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7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-148167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2" y="0"/>
                    <a:pt x="0" y="122"/>
                    <a:pt x="0" y="367"/>
                  </a:cubicBezTo>
                  <a:cubicBezTo>
                    <a:pt x="0" y="570"/>
                    <a:pt x="122" y="692"/>
                    <a:pt x="326" y="692"/>
                  </a:cubicBezTo>
                  <a:cubicBezTo>
                    <a:pt x="529" y="692"/>
                    <a:pt x="692" y="570"/>
                    <a:pt x="692" y="367"/>
                  </a:cubicBezTo>
                  <a:cubicBezTo>
                    <a:pt x="692" y="204"/>
                    <a:pt x="529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-1431825" y="1305400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0"/>
                  </a:moveTo>
                  <a:cubicBezTo>
                    <a:pt x="123" y="0"/>
                    <a:pt x="0" y="122"/>
                    <a:pt x="0" y="367"/>
                  </a:cubicBezTo>
                  <a:cubicBezTo>
                    <a:pt x="0" y="570"/>
                    <a:pt x="123" y="692"/>
                    <a:pt x="326" y="692"/>
                  </a:cubicBezTo>
                  <a:cubicBezTo>
                    <a:pt x="530" y="692"/>
                    <a:pt x="692" y="570"/>
                    <a:pt x="692" y="367"/>
                  </a:cubicBezTo>
                  <a:cubicBezTo>
                    <a:pt x="692" y="204"/>
                    <a:pt x="530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1"/>
            <p:cNvSpPr/>
            <p:nvPr/>
          </p:nvSpPr>
          <p:spPr>
            <a:xfrm>
              <a:off x="-1383000" y="1305400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0"/>
                  </a:moveTo>
                  <a:cubicBezTo>
                    <a:pt x="164" y="0"/>
                    <a:pt x="1" y="122"/>
                    <a:pt x="1" y="367"/>
                  </a:cubicBezTo>
                  <a:cubicBezTo>
                    <a:pt x="1" y="570"/>
                    <a:pt x="164" y="692"/>
                    <a:pt x="367" y="692"/>
                  </a:cubicBezTo>
                  <a:cubicBezTo>
                    <a:pt x="571" y="692"/>
                    <a:pt x="733" y="570"/>
                    <a:pt x="733" y="367"/>
                  </a:cubicBezTo>
                  <a:cubicBezTo>
                    <a:pt x="733" y="204"/>
                    <a:pt x="571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-158240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67" y="1"/>
                  </a:moveTo>
                  <a:cubicBezTo>
                    <a:pt x="163" y="1"/>
                    <a:pt x="0" y="164"/>
                    <a:pt x="0" y="367"/>
                  </a:cubicBezTo>
                  <a:cubicBezTo>
                    <a:pt x="0" y="571"/>
                    <a:pt x="163" y="693"/>
                    <a:pt x="367" y="693"/>
                  </a:cubicBezTo>
                  <a:cubicBezTo>
                    <a:pt x="570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-1532550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-148167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2" y="1"/>
                    <a:pt x="0" y="164"/>
                    <a:pt x="0" y="367"/>
                  </a:cubicBezTo>
                  <a:cubicBezTo>
                    <a:pt x="0" y="571"/>
                    <a:pt x="122" y="693"/>
                    <a:pt x="326" y="693"/>
                  </a:cubicBezTo>
                  <a:cubicBezTo>
                    <a:pt x="529" y="693"/>
                    <a:pt x="692" y="571"/>
                    <a:pt x="692" y="367"/>
                  </a:cubicBezTo>
                  <a:cubicBezTo>
                    <a:pt x="692" y="164"/>
                    <a:pt x="529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-1431825" y="1351175"/>
              <a:ext cx="17325" cy="17325"/>
            </a:xfrm>
            <a:custGeom>
              <a:rect b="b" l="l" r="r" t="t"/>
              <a:pathLst>
                <a:path extrusionOk="0" h="693" w="693">
                  <a:moveTo>
                    <a:pt x="326" y="1"/>
                  </a:moveTo>
                  <a:cubicBezTo>
                    <a:pt x="123" y="1"/>
                    <a:pt x="0" y="164"/>
                    <a:pt x="0" y="367"/>
                  </a:cubicBezTo>
                  <a:cubicBezTo>
                    <a:pt x="0" y="571"/>
                    <a:pt x="123" y="693"/>
                    <a:pt x="326" y="693"/>
                  </a:cubicBezTo>
                  <a:cubicBezTo>
                    <a:pt x="530" y="693"/>
                    <a:pt x="692" y="571"/>
                    <a:pt x="692" y="367"/>
                  </a:cubicBezTo>
                  <a:cubicBezTo>
                    <a:pt x="692" y="164"/>
                    <a:pt x="53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-1383000" y="1351175"/>
              <a:ext cx="18350" cy="17325"/>
            </a:xfrm>
            <a:custGeom>
              <a:rect b="b" l="l" r="r" t="t"/>
              <a:pathLst>
                <a:path extrusionOk="0" h="693" w="734">
                  <a:moveTo>
                    <a:pt x="367" y="1"/>
                  </a:moveTo>
                  <a:cubicBezTo>
                    <a:pt x="164" y="1"/>
                    <a:pt x="1" y="164"/>
                    <a:pt x="1" y="367"/>
                  </a:cubicBezTo>
                  <a:cubicBezTo>
                    <a:pt x="1" y="571"/>
                    <a:pt x="164" y="693"/>
                    <a:pt x="367" y="693"/>
                  </a:cubicBezTo>
                  <a:cubicBezTo>
                    <a:pt x="571" y="693"/>
                    <a:pt x="733" y="571"/>
                    <a:pt x="733" y="367"/>
                  </a:cubicBezTo>
                  <a:cubicBezTo>
                    <a:pt x="733" y="164"/>
                    <a:pt x="57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Caching</a:t>
            </a:r>
            <a:endParaRPr i="1"/>
          </a:p>
        </p:txBody>
      </p:sp>
      <p:sp>
        <p:nvSpPr>
          <p:cNvPr id="1532" name="Google Shape;1532;p42"/>
          <p:cNvSpPr txBox="1"/>
          <p:nvPr>
            <p:ph idx="1" type="subTitle"/>
          </p:nvPr>
        </p:nvSpPr>
        <p:spPr>
          <a:xfrm>
            <a:off x="4985245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cache sits in front of the database and remembers the answer to a question it's already been asked. The first request pays the full cost; every request after — until the cache expires — is nearly free.</a:t>
            </a:r>
            <a:endParaRPr/>
          </a:p>
        </p:txBody>
      </p:sp>
      <p:sp>
        <p:nvSpPr>
          <p:cNvPr id="1533" name="Google Shape;1533;p42"/>
          <p:cNvSpPr txBox="1"/>
          <p:nvPr>
            <p:ph idx="2" type="subTitle"/>
          </p:nvPr>
        </p:nvSpPr>
        <p:spPr>
          <a:xfrm>
            <a:off x="1211050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profile lookup, product page, or dashboard widget usually means a round trip to the database — a query, a network hop, serialization. Do that on every request and the database becomes the bottleneck long before your own code does.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45"/>
          <p:cNvSpPr/>
          <p:nvPr/>
        </p:nvSpPr>
        <p:spPr>
          <a:xfrm>
            <a:off x="2503175" y="1833375"/>
            <a:ext cx="793800" cy="74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45"/>
          <p:cNvSpPr/>
          <p:nvPr/>
        </p:nvSpPr>
        <p:spPr>
          <a:xfrm>
            <a:off x="5847400" y="1833375"/>
            <a:ext cx="793800" cy="74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Request Paths</a:t>
            </a:r>
            <a:endParaRPr/>
          </a:p>
        </p:txBody>
      </p:sp>
      <p:sp>
        <p:nvSpPr>
          <p:cNvPr id="1732" name="Google Shape;1732;p45"/>
          <p:cNvSpPr txBox="1"/>
          <p:nvPr>
            <p:ph idx="1" type="subTitle"/>
          </p:nvPr>
        </p:nvSpPr>
        <p:spPr>
          <a:xfrm>
            <a:off x="4923250" y="3094399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request queries the database and stores the result in Redis. Every request after reads straight from memory.</a:t>
            </a:r>
            <a:endParaRPr/>
          </a:p>
        </p:txBody>
      </p:sp>
      <p:sp>
        <p:nvSpPr>
          <p:cNvPr id="1733" name="Google Shape;1733;p45"/>
          <p:cNvSpPr txBox="1"/>
          <p:nvPr>
            <p:ph idx="2" type="subTitle"/>
          </p:nvPr>
        </p:nvSpPr>
        <p:spPr>
          <a:xfrm>
            <a:off x="1579025" y="3094398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request queries the database directly. Simple and always fresh, but the cost never goes down.</a:t>
            </a:r>
            <a:endParaRPr/>
          </a:p>
        </p:txBody>
      </p:sp>
      <p:sp>
        <p:nvSpPr>
          <p:cNvPr id="1734" name="Google Shape;1734;p45"/>
          <p:cNvSpPr txBox="1"/>
          <p:nvPr>
            <p:ph idx="3" type="subTitle"/>
          </p:nvPr>
        </p:nvSpPr>
        <p:spPr>
          <a:xfrm>
            <a:off x="1579025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No-Cache</a:t>
            </a:r>
            <a:endParaRPr/>
          </a:p>
        </p:txBody>
      </p:sp>
      <p:sp>
        <p:nvSpPr>
          <p:cNvPr id="1735" name="Google Shape;1735;p45"/>
          <p:cNvSpPr txBox="1"/>
          <p:nvPr>
            <p:ph idx="4" type="subTitle"/>
          </p:nvPr>
        </p:nvSpPr>
        <p:spPr>
          <a:xfrm>
            <a:off x="4923253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Cached</a:t>
            </a:r>
            <a:endParaRPr/>
          </a:p>
        </p:txBody>
      </p:sp>
      <p:pic>
        <p:nvPicPr>
          <p:cNvPr id="1747" name="Picture 1746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80" y="2000032"/>
            <a:ext cx="436590" cy="407385"/>
          </a:xfrm>
          <a:prstGeom prst="rect">
            <a:avLst/>
          </a:prstGeom>
        </p:spPr>
      </p:pic>
      <p:pic>
        <p:nvPicPr>
          <p:cNvPr id="1748" name="Picture 1747" descr="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005" y="2000032"/>
            <a:ext cx="436590" cy="407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Cached Path Works</a:t>
            </a:r>
            <a:endParaRPr i="1"/>
          </a:p>
        </p:txBody>
      </p:sp>
      <p:sp>
        <p:nvSpPr>
          <p:cNvPr id="2649" name="Google Shape;2649;p62"/>
          <p:cNvSpPr txBox="1"/>
          <p:nvPr/>
        </p:nvSpPr>
        <p:spPr>
          <a:xfrm flipH="1">
            <a:off x="720000" y="2006000"/>
            <a:ext cx="2143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Request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50" name="Google Shape;2650;p62"/>
          <p:cNvSpPr txBox="1"/>
          <p:nvPr/>
        </p:nvSpPr>
        <p:spPr>
          <a:xfrm flipH="1">
            <a:off x="720002" y="1449767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 client asks for the profile</a:t>
            </a:r>
            <a:endParaRPr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51" name="Google Shape;2651;p62"/>
          <p:cNvSpPr txBox="1"/>
          <p:nvPr/>
        </p:nvSpPr>
        <p:spPr>
          <a:xfrm flipH="1">
            <a:off x="2574762" y="3417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Check Redis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52" name="Google Shape;2652;p62"/>
          <p:cNvSpPr txBox="1"/>
          <p:nvPr/>
        </p:nvSpPr>
        <p:spPr>
          <a:xfrm flipH="1">
            <a:off x="2572439" y="3844390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Look up the cache key first</a:t>
            </a:r>
            <a:endParaRPr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53" name="Google Shape;2653;p62"/>
          <p:cNvSpPr txBox="1"/>
          <p:nvPr/>
        </p:nvSpPr>
        <p:spPr>
          <a:xfrm flipH="1">
            <a:off x="4442725" y="2006000"/>
            <a:ext cx="2143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Hit or Miss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54" name="Google Shape;2654;p62"/>
          <p:cNvSpPr txBox="1"/>
          <p:nvPr/>
        </p:nvSpPr>
        <p:spPr>
          <a:xfrm flipH="1">
            <a:off x="4442727" y="1449767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Hit: instant. Miss: query &amp; store.</a:t>
            </a:r>
            <a:endParaRPr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55" name="Google Shape;2655;p62"/>
          <p:cNvSpPr txBox="1"/>
          <p:nvPr/>
        </p:nvSpPr>
        <p:spPr>
          <a:xfrm flipH="1">
            <a:off x="6280800" y="3417200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TTL Expires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56" name="Google Shape;2656;p62"/>
          <p:cNvSpPr txBox="1"/>
          <p:nvPr/>
        </p:nvSpPr>
        <p:spPr>
          <a:xfrm flipH="1">
            <a:off x="6280802" y="3844390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After 30s the cycle repeats</a:t>
            </a:r>
            <a:endParaRPr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57" name="Google Shape;2657;p62"/>
          <p:cNvSpPr txBox="1"/>
          <p:nvPr>
            <p:ph idx="4294967295" type="title"/>
          </p:nvPr>
        </p:nvSpPr>
        <p:spPr>
          <a:xfrm>
            <a:off x="997200" y="2711600"/>
            <a:ext cx="15888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01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58" name="Google Shape;2658;p62"/>
          <p:cNvSpPr txBox="1"/>
          <p:nvPr>
            <p:ph idx="4294967295" type="title"/>
          </p:nvPr>
        </p:nvSpPr>
        <p:spPr>
          <a:xfrm>
            <a:off x="6558000" y="2711600"/>
            <a:ext cx="15888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04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59" name="Google Shape;2659;p62"/>
          <p:cNvSpPr txBox="1"/>
          <p:nvPr>
            <p:ph idx="4294967295" type="title"/>
          </p:nvPr>
        </p:nvSpPr>
        <p:spPr>
          <a:xfrm>
            <a:off x="2849658" y="2711600"/>
            <a:ext cx="15888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02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60" name="Google Shape;2660;p62"/>
          <p:cNvSpPr txBox="1"/>
          <p:nvPr>
            <p:ph idx="4294967295" type="title"/>
          </p:nvPr>
        </p:nvSpPr>
        <p:spPr>
          <a:xfrm>
            <a:off x="4719917" y="2711600"/>
            <a:ext cx="15888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03</a:t>
            </a:r>
            <a:endParaRPr sz="2500">
              <a:solidFill>
                <a:schemeClr val="lt1"/>
              </a:solidFill>
            </a:endParaRPr>
          </a:p>
        </p:txBody>
      </p:sp>
      <p:cxnSp>
        <p:nvCxnSpPr>
          <p:cNvPr id="2661" name="Google Shape;2661;p62"/>
          <p:cNvCxnSpPr>
            <a:stCxn id="2657" idx="3"/>
            <a:endCxn id="2659" idx="1"/>
          </p:cNvCxnSpPr>
          <p:nvPr/>
        </p:nvCxnSpPr>
        <p:spPr>
          <a:xfrm>
            <a:off x="2586000" y="2935400"/>
            <a:ext cx="2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62"/>
          <p:cNvCxnSpPr>
            <a:stCxn id="2659" idx="3"/>
            <a:endCxn id="2660" idx="1"/>
          </p:cNvCxnSpPr>
          <p:nvPr/>
        </p:nvCxnSpPr>
        <p:spPr>
          <a:xfrm>
            <a:off x="4438458" y="2935400"/>
            <a:ext cx="28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3" name="Google Shape;2663;p62"/>
          <p:cNvCxnSpPr>
            <a:stCxn id="2660" idx="3"/>
            <a:endCxn id="2658" idx="1"/>
          </p:cNvCxnSpPr>
          <p:nvPr/>
        </p:nvCxnSpPr>
        <p:spPr>
          <a:xfrm>
            <a:off x="6308717" y="2935400"/>
            <a:ext cx="2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62"/>
          <p:cNvCxnSpPr>
            <a:stCxn id="2657" idx="0"/>
            <a:endCxn id="2649" idx="2"/>
          </p:cNvCxnSpPr>
          <p:nvPr/>
        </p:nvCxnSpPr>
        <p:spPr>
          <a:xfrm rot="10800000">
            <a:off x="1791600" y="2453600"/>
            <a:ext cx="0" cy="25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62"/>
          <p:cNvCxnSpPr>
            <a:stCxn id="2651" idx="0"/>
            <a:endCxn id="2659" idx="2"/>
          </p:cNvCxnSpPr>
          <p:nvPr/>
        </p:nvCxnSpPr>
        <p:spPr>
          <a:xfrm rot="10800000">
            <a:off x="3643962" y="3159200"/>
            <a:ext cx="2400" cy="25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62"/>
          <p:cNvCxnSpPr>
            <a:stCxn id="2660" idx="0"/>
            <a:endCxn id="2653" idx="2"/>
          </p:cNvCxnSpPr>
          <p:nvPr/>
        </p:nvCxnSpPr>
        <p:spPr>
          <a:xfrm rot="10800000">
            <a:off x="5514317" y="2453600"/>
            <a:ext cx="0" cy="25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62"/>
          <p:cNvCxnSpPr>
            <a:stCxn id="2655" idx="0"/>
            <a:endCxn id="2658" idx="2"/>
          </p:cNvCxnSpPr>
          <p:nvPr/>
        </p:nvCxnSpPr>
        <p:spPr>
          <a:xfrm rot="10800000">
            <a:off x="7352400" y="3159200"/>
            <a:ext cx="0" cy="25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Head-to-Head</a:t>
            </a:r>
            <a:endParaRPr i="1"/>
          </a:p>
        </p:txBody>
      </p:sp>
      <p:graphicFrame>
        <p:nvGraphicFramePr>
          <p:cNvPr id="2698" name="Google Shape;2698;p64"/>
          <p:cNvGraphicFramePr/>
          <p:nvPr/>
        </p:nvGraphicFramePr>
        <p:xfrm>
          <a:off x="1060563" y="145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{46257245-1DDA-42D1-AE52-81D0144DB7A0}</a:tableStyleId>
              </a:tblPr>
              <a:tblGrid>
                <a:gridCol w="1428325"/>
                <a:gridCol w="1843800"/>
              </a:tblGrid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Metric</a:t>
                      </a:r>
                      <a:endParaRPr b="1" sz="1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No-Cache</a:t>
                      </a:r>
                      <a:endParaRPr b="1" sz="1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First request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~180ms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Repeat request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~180ms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DB load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Every hit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Data freshness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Always live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Best for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Rare reads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99" name="Google Shape;2699;p64"/>
          <p:cNvGraphicFramePr/>
          <p:nvPr/>
        </p:nvGraphicFramePr>
        <p:xfrm>
          <a:off x="4811313" y="145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{46257245-1DDA-42D1-AE52-81D0144DB7A0}</a:tableStyleId>
              </a:tblPr>
              <a:tblGrid>
                <a:gridCol w="1428325"/>
                <a:gridCol w="1843800"/>
              </a:tblGrid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Metric</a:t>
                      </a:r>
                      <a:endParaRPr b="1" sz="1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Cached</a:t>
                      </a:r>
                      <a:endParaRPr b="1" sz="1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First request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~180ms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Repeat request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&lt;5ms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DB load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Once per TTL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Data freshness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Up to 30s stale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Best for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Hot, repeated reads</a:t>
                      </a:r>
                      <a:endParaRPr>
                        <a:solidFill>
                          <a:schemeClr val="dk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45"/>
          <p:cNvSpPr/>
          <p:nvPr/>
        </p:nvSpPr>
        <p:spPr>
          <a:xfrm>
            <a:off x="2503175" y="1833375"/>
            <a:ext cx="793800" cy="74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45"/>
          <p:cNvSpPr/>
          <p:nvPr/>
        </p:nvSpPr>
        <p:spPr>
          <a:xfrm>
            <a:off x="5847400" y="1833375"/>
            <a:ext cx="793800" cy="74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With</a:t>
            </a:r>
            <a:endParaRPr/>
          </a:p>
        </p:txBody>
      </p:sp>
      <p:sp>
        <p:nvSpPr>
          <p:cNvPr id="1732" name="Google Shape;1732;p45"/>
          <p:cNvSpPr txBox="1"/>
          <p:nvPr>
            <p:ph idx="1" type="subTitle"/>
          </p:nvPr>
        </p:nvSpPr>
        <p:spPr>
          <a:xfrm>
            <a:off x="4923250" y="3094399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(Postgres via REST) for real data, and a small Vite app for the live comparison UI.</a:t>
            </a:r>
            <a:endParaRPr/>
          </a:p>
        </p:txBody>
      </p:sp>
      <p:sp>
        <p:nvSpPr>
          <p:cNvPr id="1733" name="Google Shape;1733;p45"/>
          <p:cNvSpPr txBox="1"/>
          <p:nvPr>
            <p:ph idx="2" type="subTitle"/>
          </p:nvPr>
        </p:nvSpPr>
        <p:spPr>
          <a:xfrm>
            <a:off x="1579025" y="3094398"/>
            <a:ext cx="26421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Go HTTP server backed by Redis for caching — a hand-rolled RESP client, zero external dependencies.</a:t>
            </a:r>
            <a:endParaRPr/>
          </a:p>
        </p:txBody>
      </p:sp>
      <p:sp>
        <p:nvSpPr>
          <p:cNvPr id="1734" name="Google Shape;1734;p45"/>
          <p:cNvSpPr txBox="1"/>
          <p:nvPr>
            <p:ph idx="3" type="subTitle"/>
          </p:nvPr>
        </p:nvSpPr>
        <p:spPr>
          <a:xfrm>
            <a:off x="1579025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1735" name="Google Shape;1735;p45"/>
          <p:cNvSpPr txBox="1"/>
          <p:nvPr>
            <p:ph idx="4" type="subTitle"/>
          </p:nvPr>
        </p:nvSpPr>
        <p:spPr>
          <a:xfrm>
            <a:off x="4923253" y="2577850"/>
            <a:ext cx="264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Frontend</a:t>
            </a:r>
            <a:endParaRPr/>
          </a:p>
        </p:txBody>
      </p:sp>
      <p:pic>
        <p:nvPicPr>
          <p:cNvPr id="1747" name="Picture 1746" descr="golang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80" y="2000032"/>
            <a:ext cx="436590" cy="407385"/>
          </a:xfrm>
          <a:prstGeom prst="rect">
            <a:avLst/>
          </a:prstGeom>
        </p:spPr>
      </p:pic>
      <p:pic>
        <p:nvPicPr>
          <p:cNvPr id="1748" name="Picture 1747" descr="sup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005" y="2000032"/>
            <a:ext cx="436590" cy="407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Numbers</a:t>
            </a:r>
            <a:endParaRPr i="1"/>
          </a:p>
        </p:txBody>
      </p:sp>
      <p:sp>
        <p:nvSpPr>
          <p:cNvPr id="1532" name="Google Shape;1532;p42"/>
          <p:cNvSpPr txBox="1"/>
          <p:nvPr>
            <p:ph idx="1" type="subTitle"/>
          </p:nvPr>
        </p:nvSpPr>
        <p:spPr>
          <a:xfrm>
            <a:off x="4985245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Redis in front, the first request still cost ~180ms — but every request after that dropped to 1–4ms, until the 30-second cache window expired.</a:t>
            </a:r>
            <a:endParaRPr/>
          </a:p>
        </p:txBody>
      </p:sp>
      <p:sp>
        <p:nvSpPr>
          <p:cNvPr id="1533" name="Google Shape;1533;p42"/>
          <p:cNvSpPr txBox="1"/>
          <p:nvPr>
            <p:ph idx="2" type="subTitle"/>
          </p:nvPr>
        </p:nvSpPr>
        <p:spPr>
          <a:xfrm>
            <a:off x="1211050" y="1667625"/>
            <a:ext cx="29478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caching, every request measured about 180ms — a flat, unchanging cost no matter how many times the same profile was requested.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71"/>
          <p:cNvSpPr txBox="1"/>
          <p:nvPr>
            <p:ph type="title"/>
          </p:nvPr>
        </p:nvSpPr>
        <p:spPr>
          <a:xfrm>
            <a:off x="713263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Thank You</a:t>
            </a:r>
            <a:endParaRPr/>
          </a:p>
        </p:txBody>
      </p:sp>
      <p:sp>
        <p:nvSpPr>
          <p:cNvPr id="2831" name="Google Shape;2831;p71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Ridwan Ambali — Code Red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Stack &amp; Mobile Developer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github.com/iamRed-One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ambali-ridwan.vercel.app</a:t>
            </a:r>
            <a:endParaRPr/>
          </a:p>
        </p:txBody>
      </p:sp>
      <p:sp>
        <p:nvSpPr>
          <p:cNvPr id="2832" name="Google Shape;2832;p71"/>
          <p:cNvSpPr/>
          <p:nvPr/>
        </p:nvSpPr>
        <p:spPr>
          <a:xfrm>
            <a:off x="1850700" y="3088037"/>
            <a:ext cx="437400" cy="43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71"/>
          <p:cNvSpPr/>
          <p:nvPr/>
        </p:nvSpPr>
        <p:spPr>
          <a:xfrm>
            <a:off x="2718575" y="3088037"/>
            <a:ext cx="437400" cy="43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71"/>
          <p:cNvSpPr/>
          <p:nvPr/>
        </p:nvSpPr>
        <p:spPr>
          <a:xfrm>
            <a:off x="3586450" y="3088037"/>
            <a:ext cx="437400" cy="43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5" name="Google Shape;2835;p71"/>
          <p:cNvGrpSpPr/>
          <p:nvPr/>
        </p:nvGrpSpPr>
        <p:grpSpPr>
          <a:xfrm>
            <a:off x="1937849" y="3167535"/>
            <a:ext cx="276012" cy="275991"/>
            <a:chOff x="3368074" y="3882537"/>
            <a:chExt cx="215298" cy="215298"/>
          </a:xfrm>
        </p:grpSpPr>
        <p:sp>
          <p:nvSpPr>
            <p:cNvPr id="2836" name="Google Shape;2836;p71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71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71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9" name="Google Shape;2839;p71"/>
          <p:cNvGrpSpPr/>
          <p:nvPr/>
        </p:nvGrpSpPr>
        <p:grpSpPr>
          <a:xfrm>
            <a:off x="2803881" y="3186243"/>
            <a:ext cx="266790" cy="238574"/>
            <a:chOff x="3824739" y="3890112"/>
            <a:chExt cx="208105" cy="186110"/>
          </a:xfrm>
        </p:grpSpPr>
        <p:sp>
          <p:nvSpPr>
            <p:cNvPr id="2840" name="Google Shape;2840;p71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71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71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3" name="Google Shape;2843;p71"/>
          <p:cNvSpPr/>
          <p:nvPr/>
        </p:nvSpPr>
        <p:spPr>
          <a:xfrm>
            <a:off x="3667765" y="3186482"/>
            <a:ext cx="291511" cy="238097"/>
          </a:xfrm>
          <a:custGeom>
            <a:rect b="b" l="l" r="r" t="t"/>
            <a:pathLst>
              <a:path extrusionOk="0" h="5835" w="7144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p71"/>
          <p:cNvSpPr txBox="1"/>
          <p:nvPr/>
        </p:nvSpPr>
        <p:spPr>
          <a:xfrm>
            <a:off x="861475" y="42599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ical Report by Slidesgo">
  <a:themeElements>
    <a:clrScheme name="Simple Light">
      <a:dk1>
        <a:srgbClr val="3F5294"/>
      </a:dk1>
      <a:lt1>
        <a:srgbClr val="FFFFFF"/>
      </a:lt1>
      <a:dk2>
        <a:srgbClr val="5387ED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52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